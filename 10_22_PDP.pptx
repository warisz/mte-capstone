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3" r:id="rId6"/>
    <p:sldId id="313" r:id="rId7"/>
    <p:sldId id="304" r:id="rId8"/>
    <p:sldId id="303" r:id="rId9"/>
    <p:sldId id="324" r:id="rId10"/>
    <p:sldId id="261" r:id="rId11"/>
    <p:sldId id="262" r:id="rId12"/>
    <p:sldId id="323" r:id="rId13"/>
    <p:sldId id="264" r:id="rId14"/>
    <p:sldId id="326" r:id="rId15"/>
    <p:sldId id="260" r:id="rId16"/>
    <p:sldId id="325" r:id="rId17"/>
    <p:sldId id="309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780A04-D246-9797-E1C8-A3D32E66D731}" name="Larry Wu" initials="LW" userId="S::l233wu@uwaterloo.ca::f3814d5d-bfcd-4f1a-a13f-5ddab791230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E37D8-4029-1D7F-F8D9-5B16E8685D75}" v="16" dt="2025-10-22T01:03:55.045"/>
    <p1510:client id="{3C0C6F95-D598-84F8-E1E9-8F3277E35968}" v="18" dt="2025-10-22T00:42:21.550"/>
    <p1510:client id="{F7D8A207-24B9-B528-F9B3-AC282D8253AF}" v="3" dt="2025-10-22T00:40:49.958"/>
  </p1510:revLst>
</p1510:revInfo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ie Lee" userId="S::a363lee@uwaterloo.ca::bb6e6f62-aef3-46b6-9d7b-c0d5f924feb3" providerId="AD" clId="Web-{C611A239-CDEE-7BF6-E245-1FEE98C44EAC}"/>
    <pc:docChg chg="modSld">
      <pc:chgData name="Annie Lee" userId="S::a363lee@uwaterloo.ca::bb6e6f62-aef3-46b6-9d7b-c0d5f924feb3" providerId="AD" clId="Web-{C611A239-CDEE-7BF6-E245-1FEE98C44EAC}" dt="2025-09-23T20:36:46.587" v="38" actId="14100"/>
      <pc:docMkLst>
        <pc:docMk/>
      </pc:docMkLst>
      <pc:sldChg chg="modSp">
        <pc:chgData name="Annie Lee" userId="S::a363lee@uwaterloo.ca::bb6e6f62-aef3-46b6-9d7b-c0d5f924feb3" providerId="AD" clId="Web-{C611A239-CDEE-7BF6-E245-1FEE98C44EAC}" dt="2025-09-23T20:12:19.066" v="29"/>
        <pc:sldMkLst>
          <pc:docMk/>
          <pc:sldMk cId="367199314" sldId="303"/>
        </pc:sldMkLst>
        <pc:graphicFrameChg chg="mod modGraphic">
          <ac:chgData name="Annie Lee" userId="S::a363lee@uwaterloo.ca::bb6e6f62-aef3-46b6-9d7b-c0d5f924feb3" providerId="AD" clId="Web-{C611A239-CDEE-7BF6-E245-1FEE98C44EAC}" dt="2025-09-23T20:12:19.066" v="29"/>
          <ac:graphicFrameMkLst>
            <pc:docMk/>
            <pc:sldMk cId="367199314" sldId="303"/>
            <ac:graphicFrameMk id="5" creationId="{A905EEC4-3011-CC2E-A70A-4A2354E09C25}"/>
          </ac:graphicFrameMkLst>
        </pc:graphicFrameChg>
      </pc:sldChg>
    </pc:docChg>
  </pc:docChgLst>
  <pc:docChgLst>
    <pc:chgData name="Francisco Miguel Ong Jao" userId="S::fmojao@uwaterloo.ca::b20c9daf-8865-43fb-ad66-4a34a613bf60" providerId="AD" clId="Web-{ECAB6B3F-1644-4CDC-31F5-3E2C024F1803}"/>
    <pc:docChg chg="modSld">
      <pc:chgData name="Francisco Miguel Ong Jao" userId="S::fmojao@uwaterloo.ca::b20c9daf-8865-43fb-ad66-4a34a613bf60" providerId="AD" clId="Web-{ECAB6B3F-1644-4CDC-31F5-3E2C024F1803}" dt="2025-09-24T17:20:53.947" v="13" actId="20577"/>
      <pc:docMkLst>
        <pc:docMk/>
      </pc:docMkLst>
      <pc:sldChg chg="modSp">
        <pc:chgData name="Francisco Miguel Ong Jao" userId="S::fmojao@uwaterloo.ca::b20c9daf-8865-43fb-ad66-4a34a613bf60" providerId="AD" clId="Web-{ECAB6B3F-1644-4CDC-31F5-3E2C024F1803}" dt="2025-09-24T17:20:53.947" v="13" actId="20577"/>
        <pc:sldMkLst>
          <pc:docMk/>
          <pc:sldMk cId="114863653" sldId="256"/>
        </pc:sldMkLst>
        <pc:spChg chg="mod">
          <ac:chgData name="Francisco Miguel Ong Jao" userId="S::fmojao@uwaterloo.ca::b20c9daf-8865-43fb-ad66-4a34a613bf60" providerId="AD" clId="Web-{ECAB6B3F-1644-4CDC-31F5-3E2C024F1803}" dt="2025-09-24T17:20:53.947" v="13" actId="20577"/>
          <ac:spMkLst>
            <pc:docMk/>
            <pc:sldMk cId="114863653" sldId="256"/>
            <ac:spMk id="2" creationId="{00000000-0000-0000-0000-000000000000}"/>
          </ac:spMkLst>
        </pc:spChg>
      </pc:sldChg>
    </pc:docChg>
  </pc:docChgLst>
  <pc:docChgLst>
    <pc:chgData name="Annie Lee" userId="S::a363lee@uwaterloo.ca::bb6e6f62-aef3-46b6-9d7b-c0d5f924feb3" providerId="AD" clId="Web-{0E84D262-5140-F47D-9EF5-58FEB0CCEAFA}"/>
    <pc:docChg chg="addSld modSld sldOrd">
      <pc:chgData name="Annie Lee" userId="S::a363lee@uwaterloo.ca::bb6e6f62-aef3-46b6-9d7b-c0d5f924feb3" providerId="AD" clId="Web-{0E84D262-5140-F47D-9EF5-58FEB0CCEAFA}" dt="2025-10-14T17:58:45.023" v="906"/>
      <pc:docMkLst>
        <pc:docMk/>
      </pc:docMkLst>
      <pc:sldChg chg="modSp">
        <pc:chgData name="Annie Lee" userId="S::a363lee@uwaterloo.ca::bb6e6f62-aef3-46b6-9d7b-c0d5f924feb3" providerId="AD" clId="Web-{0E84D262-5140-F47D-9EF5-58FEB0CCEAFA}" dt="2025-10-14T17:25:15.914" v="692" actId="20577"/>
        <pc:sldMkLst>
          <pc:docMk/>
          <pc:sldMk cId="114863653" sldId="256"/>
        </pc:sldMkLst>
        <pc:spChg chg="mod">
          <ac:chgData name="Annie Lee" userId="S::a363lee@uwaterloo.ca::bb6e6f62-aef3-46b6-9d7b-c0d5f924feb3" providerId="AD" clId="Web-{0E84D262-5140-F47D-9EF5-58FEB0CCEAFA}" dt="2025-10-14T17:25:08.601" v="690" actId="20577"/>
          <ac:spMkLst>
            <pc:docMk/>
            <pc:sldMk cId="114863653" sldId="256"/>
            <ac:spMk id="2" creationId="{00000000-0000-0000-0000-000000000000}"/>
          </ac:spMkLst>
        </pc:spChg>
        <pc:spChg chg="mod">
          <ac:chgData name="Annie Lee" userId="S::a363lee@uwaterloo.ca::bb6e6f62-aef3-46b6-9d7b-c0d5f924feb3" providerId="AD" clId="Web-{0E84D262-5140-F47D-9EF5-58FEB0CCEAFA}" dt="2025-10-14T17:25:15.914" v="692" actId="20577"/>
          <ac:spMkLst>
            <pc:docMk/>
            <pc:sldMk cId="114863653" sldId="256"/>
            <ac:spMk id="3" creationId="{00000000-0000-0000-0000-000000000000}"/>
          </ac:spMkLst>
        </pc:spChg>
      </pc:sldChg>
      <pc:sldChg chg="modSp ord">
        <pc:chgData name="Annie Lee" userId="S::a363lee@uwaterloo.ca::bb6e6f62-aef3-46b6-9d7b-c0d5f924feb3" providerId="AD" clId="Web-{0E84D262-5140-F47D-9EF5-58FEB0CCEAFA}" dt="2025-10-14T17:32:27.393" v="721"/>
        <pc:sldMkLst>
          <pc:docMk/>
          <pc:sldMk cId="1465529377" sldId="260"/>
        </pc:sldMkLst>
        <pc:graphicFrameChg chg="mod modGraphic">
          <ac:chgData name="Annie Lee" userId="S::a363lee@uwaterloo.ca::bb6e6f62-aef3-46b6-9d7b-c0d5f924feb3" providerId="AD" clId="Web-{0E84D262-5140-F47D-9EF5-58FEB0CCEAFA}" dt="2025-10-13T18:27:35.074" v="69"/>
          <ac:graphicFrameMkLst>
            <pc:docMk/>
            <pc:sldMk cId="1465529377" sldId="260"/>
            <ac:graphicFrameMk id="7" creationId="{4F2F46FD-F844-2102-3806-933B26910A21}"/>
          </ac:graphicFrameMkLst>
        </pc:graphicFrameChg>
      </pc:sldChg>
      <pc:sldChg chg="addSp delSp modSp modTransition">
        <pc:chgData name="Annie Lee" userId="S::a363lee@uwaterloo.ca::bb6e6f62-aef3-46b6-9d7b-c0d5f924feb3" providerId="AD" clId="Web-{0E84D262-5140-F47D-9EF5-58FEB0CCEAFA}" dt="2025-10-14T17:38:28.275" v="805" actId="1076"/>
        <pc:sldMkLst>
          <pc:docMk/>
          <pc:sldMk cId="2736934820" sldId="261"/>
        </pc:sldMkLst>
        <pc:spChg chg="add mod">
          <ac:chgData name="Annie Lee" userId="S::a363lee@uwaterloo.ca::bb6e6f62-aef3-46b6-9d7b-c0d5f924feb3" providerId="AD" clId="Web-{0E84D262-5140-F47D-9EF5-58FEB0CCEAFA}" dt="2025-10-14T17:38:18.838" v="803" actId="20577"/>
          <ac:spMkLst>
            <pc:docMk/>
            <pc:sldMk cId="2736934820" sldId="261"/>
            <ac:spMk id="3" creationId="{215BF19E-4DEA-B13D-9E98-3EB839823672}"/>
          </ac:spMkLst>
        </pc:spChg>
        <pc:picChg chg="mod">
          <ac:chgData name="Annie Lee" userId="S::a363lee@uwaterloo.ca::bb6e6f62-aef3-46b6-9d7b-c0d5f924feb3" providerId="AD" clId="Web-{0E84D262-5140-F47D-9EF5-58FEB0CCEAFA}" dt="2025-10-14T17:38:28.275" v="805" actId="1076"/>
          <ac:picMkLst>
            <pc:docMk/>
            <pc:sldMk cId="2736934820" sldId="261"/>
            <ac:picMk id="5" creationId="{311B728C-1C71-4953-5400-A11849E01C50}"/>
          </ac:picMkLst>
        </pc:picChg>
      </pc:sldChg>
      <pc:sldChg chg="addSp delSp modSp modTransition">
        <pc:chgData name="Annie Lee" userId="S::a363lee@uwaterloo.ca::bb6e6f62-aef3-46b6-9d7b-c0d5f924feb3" providerId="AD" clId="Web-{0E84D262-5140-F47D-9EF5-58FEB0CCEAFA}" dt="2025-10-14T17:37:57.806" v="775" actId="1076"/>
        <pc:sldMkLst>
          <pc:docMk/>
          <pc:sldMk cId="3765031360" sldId="262"/>
        </pc:sldMkLst>
        <pc:spChg chg="add mod">
          <ac:chgData name="Annie Lee" userId="S::a363lee@uwaterloo.ca::bb6e6f62-aef3-46b6-9d7b-c0d5f924feb3" providerId="AD" clId="Web-{0E84D262-5140-F47D-9EF5-58FEB0CCEAFA}" dt="2025-10-14T17:37:45.977" v="773" actId="20577"/>
          <ac:spMkLst>
            <pc:docMk/>
            <pc:sldMk cId="3765031360" sldId="262"/>
            <ac:spMk id="4" creationId="{1FC07C65-82B4-DE11-5264-5E7B8ABCAE91}"/>
          </ac:spMkLst>
        </pc:spChg>
        <pc:picChg chg="mod">
          <ac:chgData name="Annie Lee" userId="S::a363lee@uwaterloo.ca::bb6e6f62-aef3-46b6-9d7b-c0d5f924feb3" providerId="AD" clId="Web-{0E84D262-5140-F47D-9EF5-58FEB0CCEAFA}" dt="2025-10-14T17:37:57.806" v="775" actId="1076"/>
          <ac:picMkLst>
            <pc:docMk/>
            <pc:sldMk cId="3765031360" sldId="262"/>
            <ac:picMk id="3" creationId="{27F8832A-7C7F-7031-B517-928F256DA0C7}"/>
          </ac:picMkLst>
        </pc:picChg>
      </pc:sldChg>
      <pc:sldChg chg="addSp modSp addAnim delAnim modAnim">
        <pc:chgData name="Annie Lee" userId="S::a363lee@uwaterloo.ca::bb6e6f62-aef3-46b6-9d7b-c0d5f924feb3" providerId="AD" clId="Web-{0E84D262-5140-F47D-9EF5-58FEB0CCEAFA}" dt="2025-10-14T17:44:49.407" v="876"/>
        <pc:sldMkLst>
          <pc:docMk/>
          <pc:sldMk cId="443207280" sldId="263"/>
        </pc:sldMkLst>
        <pc:spChg chg="mod">
          <ac:chgData name="Annie Lee" userId="S::a363lee@uwaterloo.ca::bb6e6f62-aef3-46b6-9d7b-c0d5f924feb3" providerId="AD" clId="Web-{0E84D262-5140-F47D-9EF5-58FEB0CCEAFA}" dt="2025-10-14T17:41:03.700" v="855" actId="1076"/>
          <ac:spMkLst>
            <pc:docMk/>
            <pc:sldMk cId="443207280" sldId="263"/>
            <ac:spMk id="3" creationId="{00000000-0000-0000-0000-000000000000}"/>
          </ac:spMkLst>
        </pc:spChg>
        <pc:spChg chg="add mod">
          <ac:chgData name="Annie Lee" userId="S::a363lee@uwaterloo.ca::bb6e6f62-aef3-46b6-9d7b-c0d5f924feb3" providerId="AD" clId="Web-{0E84D262-5140-F47D-9EF5-58FEB0CCEAFA}" dt="2025-10-14T17:40:56.325" v="854" actId="1076"/>
          <ac:spMkLst>
            <pc:docMk/>
            <pc:sldMk cId="443207280" sldId="263"/>
            <ac:spMk id="5" creationId="{A4F7A6A6-D88B-16A1-5A8E-430FD20604F4}"/>
          </ac:spMkLst>
        </pc:spChg>
      </pc:sldChg>
      <pc:sldChg chg="addSp delSp modSp modTransition">
        <pc:chgData name="Annie Lee" userId="S::a363lee@uwaterloo.ca::bb6e6f62-aef3-46b6-9d7b-c0d5f924feb3" providerId="AD" clId="Web-{0E84D262-5140-F47D-9EF5-58FEB0CCEAFA}" dt="2025-10-14T17:37:00.102" v="750"/>
        <pc:sldMkLst>
          <pc:docMk/>
          <pc:sldMk cId="500272498" sldId="264"/>
        </pc:sldMkLst>
        <pc:spChg chg="add mod">
          <ac:chgData name="Annie Lee" userId="S::a363lee@uwaterloo.ca::bb6e6f62-aef3-46b6-9d7b-c0d5f924feb3" providerId="AD" clId="Web-{0E84D262-5140-F47D-9EF5-58FEB0CCEAFA}" dt="2025-10-14T17:26:29.727" v="695"/>
          <ac:spMkLst>
            <pc:docMk/>
            <pc:sldMk cId="500272498" sldId="264"/>
            <ac:spMk id="2" creationId="{5C5B2560-5A6A-10DC-9C30-3AA021422ED2}"/>
          </ac:spMkLst>
        </pc:spChg>
        <pc:spChg chg="add mod">
          <ac:chgData name="Annie Lee" userId="S::a363lee@uwaterloo.ca::bb6e6f62-aef3-46b6-9d7b-c0d5f924feb3" providerId="AD" clId="Web-{0E84D262-5140-F47D-9EF5-58FEB0CCEAFA}" dt="2025-10-14T17:36:54.664" v="749" actId="20577"/>
          <ac:spMkLst>
            <pc:docMk/>
            <pc:sldMk cId="500272498" sldId="264"/>
            <ac:spMk id="7" creationId="{27384D85-DAF7-733E-BDAF-D6A0D737E51D}"/>
          </ac:spMkLst>
        </pc:spChg>
        <pc:grpChg chg="add mod">
          <ac:chgData name="Annie Lee" userId="S::a363lee@uwaterloo.ca::bb6e6f62-aef3-46b6-9d7b-c0d5f924feb3" providerId="AD" clId="Web-{0E84D262-5140-F47D-9EF5-58FEB0CCEAFA}" dt="2025-10-14T17:26:48.946" v="697" actId="1076"/>
          <ac:grpSpMkLst>
            <pc:docMk/>
            <pc:sldMk cId="500272498" sldId="264"/>
            <ac:grpSpMk id="4" creationId="{70EF5257-49B2-2A2E-5B0E-8868F105A58F}"/>
          </ac:grpSpMkLst>
        </pc:grpChg>
      </pc:sldChg>
      <pc:sldChg chg="addSp delSp modSp modTransition">
        <pc:chgData name="Annie Lee" userId="S::a363lee@uwaterloo.ca::bb6e6f62-aef3-46b6-9d7b-c0d5f924feb3" providerId="AD" clId="Web-{0E84D262-5140-F47D-9EF5-58FEB0CCEAFA}" dt="2025-10-14T17:36:26.835" v="744"/>
        <pc:sldMkLst>
          <pc:docMk/>
          <pc:sldMk cId="3895099228" sldId="272"/>
        </pc:sldMkLst>
        <pc:spChg chg="add mod">
          <ac:chgData name="Annie Lee" userId="S::a363lee@uwaterloo.ca::bb6e6f62-aef3-46b6-9d7b-c0d5f924feb3" providerId="AD" clId="Web-{0E84D262-5140-F47D-9EF5-58FEB0CCEAFA}" dt="2025-10-14T17:36:08.632" v="741" actId="20577"/>
          <ac:spMkLst>
            <pc:docMk/>
            <pc:sldMk cId="3895099228" sldId="272"/>
            <ac:spMk id="4" creationId="{51F2AB39-02E1-152D-7A33-B192B9E5BF83}"/>
          </ac:spMkLst>
        </pc:spChg>
      </pc:sldChg>
      <pc:sldChg chg="modTransition">
        <pc:chgData name="Annie Lee" userId="S::a363lee@uwaterloo.ca::bb6e6f62-aef3-46b6-9d7b-c0d5f924feb3" providerId="AD" clId="Web-{0E84D262-5140-F47D-9EF5-58FEB0CCEAFA}" dt="2025-10-14T17:35:00.709" v="729"/>
        <pc:sldMkLst>
          <pc:docMk/>
          <pc:sldMk cId="3044220032" sldId="309"/>
        </pc:sldMkLst>
      </pc:sldChg>
      <pc:sldChg chg="addSp delSp modSp modTransition">
        <pc:chgData name="Annie Lee" userId="S::a363lee@uwaterloo.ca::bb6e6f62-aef3-46b6-9d7b-c0d5f924feb3" providerId="AD" clId="Web-{0E84D262-5140-F47D-9EF5-58FEB0CCEAFA}" dt="2025-10-14T17:37:34.305" v="761"/>
        <pc:sldMkLst>
          <pc:docMk/>
          <pc:sldMk cId="3252961871" sldId="323"/>
        </pc:sldMkLst>
        <pc:spChg chg="add mod">
          <ac:chgData name="Annie Lee" userId="S::a363lee@uwaterloo.ca::bb6e6f62-aef3-46b6-9d7b-c0d5f924feb3" providerId="AD" clId="Web-{0E84D262-5140-F47D-9EF5-58FEB0CCEAFA}" dt="2025-10-14T17:37:31.555" v="760" actId="20577"/>
          <ac:spMkLst>
            <pc:docMk/>
            <pc:sldMk cId="3252961871" sldId="323"/>
            <ac:spMk id="4" creationId="{C93C84AA-E2C0-35CF-31B7-59E922769E82}"/>
          </ac:spMkLst>
        </pc:spChg>
      </pc:sldChg>
      <pc:sldChg chg="addSp delSp modSp modTransition">
        <pc:chgData name="Annie Lee" userId="S::a363lee@uwaterloo.ca::bb6e6f62-aef3-46b6-9d7b-c0d5f924feb3" providerId="AD" clId="Web-{0E84D262-5140-F47D-9EF5-58FEB0CCEAFA}" dt="2025-10-14T17:39:26.198" v="829" actId="1076"/>
        <pc:sldMkLst>
          <pc:docMk/>
          <pc:sldMk cId="250858913" sldId="324"/>
        </pc:sldMkLst>
        <pc:spChg chg="add mod">
          <ac:chgData name="Annie Lee" userId="S::a363lee@uwaterloo.ca::bb6e6f62-aef3-46b6-9d7b-c0d5f924feb3" providerId="AD" clId="Web-{0E84D262-5140-F47D-9EF5-58FEB0CCEAFA}" dt="2025-10-14T17:39:06.557" v="824" actId="1076"/>
          <ac:spMkLst>
            <pc:docMk/>
            <pc:sldMk cId="250858913" sldId="324"/>
            <ac:spMk id="4" creationId="{9C4681DD-4AED-A793-72F5-249DDF67AB92}"/>
          </ac:spMkLst>
        </pc:spChg>
        <pc:picChg chg="mod">
          <ac:chgData name="Annie Lee" userId="S::a363lee@uwaterloo.ca::bb6e6f62-aef3-46b6-9d7b-c0d5f924feb3" providerId="AD" clId="Web-{0E84D262-5140-F47D-9EF5-58FEB0CCEAFA}" dt="2025-10-14T17:39:26.198" v="829" actId="1076"/>
          <ac:picMkLst>
            <pc:docMk/>
            <pc:sldMk cId="250858913" sldId="324"/>
            <ac:picMk id="3" creationId="{4005CCDD-E106-13C9-764A-2A26B34E7D8B}"/>
          </ac:picMkLst>
        </pc:picChg>
      </pc:sldChg>
      <pc:sldChg chg="modTransition">
        <pc:chgData name="Annie Lee" userId="S::a363lee@uwaterloo.ca::bb6e6f62-aef3-46b6-9d7b-c0d5f924feb3" providerId="AD" clId="Web-{0E84D262-5140-F47D-9EF5-58FEB0CCEAFA}" dt="2025-10-14T17:32:04.970" v="720"/>
        <pc:sldMkLst>
          <pc:docMk/>
          <pc:sldMk cId="3843564384" sldId="325"/>
        </pc:sldMkLst>
      </pc:sldChg>
      <pc:sldChg chg="addSp delSp modSp add ord replId modTransition addAnim">
        <pc:chgData name="Annie Lee" userId="S::a363lee@uwaterloo.ca::bb6e6f62-aef3-46b6-9d7b-c0d5f924feb3" providerId="AD" clId="Web-{0E84D262-5140-F47D-9EF5-58FEB0CCEAFA}" dt="2025-10-14T17:58:45.023" v="906"/>
        <pc:sldMkLst>
          <pc:docMk/>
          <pc:sldMk cId="273542913" sldId="326"/>
        </pc:sldMkLst>
        <pc:spChg chg="add mod">
          <ac:chgData name="Annie Lee" userId="S::a363lee@uwaterloo.ca::bb6e6f62-aef3-46b6-9d7b-c0d5f924feb3" providerId="AD" clId="Web-{0E84D262-5140-F47D-9EF5-58FEB0CCEAFA}" dt="2025-10-14T17:58:22.820" v="904"/>
          <ac:spMkLst>
            <pc:docMk/>
            <pc:sldMk cId="273542913" sldId="326"/>
            <ac:spMk id="12" creationId="{2F4D56F6-8C28-6697-9AC5-EC52D22D59EC}"/>
          </ac:spMkLst>
        </pc:spChg>
        <pc:graphicFrameChg chg="mod modGraphic">
          <ac:chgData name="Annie Lee" userId="S::a363lee@uwaterloo.ca::bb6e6f62-aef3-46b6-9d7b-c0d5f924feb3" providerId="AD" clId="Web-{0E84D262-5140-F47D-9EF5-58FEB0CCEAFA}" dt="2025-10-14T03:10:17.606" v="688"/>
          <ac:graphicFrameMkLst>
            <pc:docMk/>
            <pc:sldMk cId="273542913" sldId="326"/>
            <ac:graphicFrameMk id="7" creationId="{BD7F684C-8B5B-3D2A-E266-27588E0181D8}"/>
          </ac:graphicFrameMkLst>
        </pc:graphicFrameChg>
        <pc:picChg chg="add mod">
          <ac:chgData name="Annie Lee" userId="S::a363lee@uwaterloo.ca::bb6e6f62-aef3-46b6-9d7b-c0d5f924feb3" providerId="AD" clId="Web-{0E84D262-5140-F47D-9EF5-58FEB0CCEAFA}" dt="2025-10-14T17:58:31.023" v="905" actId="1076"/>
          <ac:picMkLst>
            <pc:docMk/>
            <pc:sldMk cId="273542913" sldId="326"/>
            <ac:picMk id="10" creationId="{CE2CAD07-AAD5-9B33-620D-4521D938CCC7}"/>
          </ac:picMkLst>
        </pc:picChg>
        <pc:cxnChg chg="add mod">
          <ac:chgData name="Annie Lee" userId="S::a363lee@uwaterloo.ca::bb6e6f62-aef3-46b6-9d7b-c0d5f924feb3" providerId="AD" clId="Web-{0E84D262-5140-F47D-9EF5-58FEB0CCEAFA}" dt="2025-10-13T20:57:55.647" v="305" actId="1076"/>
          <ac:cxnSpMkLst>
            <pc:docMk/>
            <pc:sldMk cId="273542913" sldId="326"/>
            <ac:cxnSpMk id="2" creationId="{D4065A5B-5B32-7C6B-A415-99155EFC7A2D}"/>
          </ac:cxnSpMkLst>
        </pc:cxnChg>
        <pc:cxnChg chg="add mod">
          <ac:chgData name="Annie Lee" userId="S::a363lee@uwaterloo.ca::bb6e6f62-aef3-46b6-9d7b-c0d5f924feb3" providerId="AD" clId="Web-{0E84D262-5140-F47D-9EF5-58FEB0CCEAFA}" dt="2025-10-13T20:58:47.460" v="315" actId="1076"/>
          <ac:cxnSpMkLst>
            <pc:docMk/>
            <pc:sldMk cId="273542913" sldId="326"/>
            <ac:cxnSpMk id="4" creationId="{A2445CA9-8D2C-A8A3-3A47-F984B7963A9D}"/>
          </ac:cxnSpMkLst>
        </pc:cxnChg>
        <pc:cxnChg chg="add mod">
          <ac:chgData name="Annie Lee" userId="S::a363lee@uwaterloo.ca::bb6e6f62-aef3-46b6-9d7b-c0d5f924feb3" providerId="AD" clId="Web-{0E84D262-5140-F47D-9EF5-58FEB0CCEAFA}" dt="2025-10-13T20:58:39.491" v="313" actId="1076"/>
          <ac:cxnSpMkLst>
            <pc:docMk/>
            <pc:sldMk cId="273542913" sldId="326"/>
            <ac:cxnSpMk id="5" creationId="{2B87EA84-B66C-55CE-1A47-2F741D23A181}"/>
          </ac:cxnSpMkLst>
        </pc:cxnChg>
        <pc:cxnChg chg="add mod">
          <ac:chgData name="Annie Lee" userId="S::a363lee@uwaterloo.ca::bb6e6f62-aef3-46b6-9d7b-c0d5f924feb3" providerId="AD" clId="Web-{0E84D262-5140-F47D-9EF5-58FEB0CCEAFA}" dt="2025-10-13T20:58:32.835" v="312" actId="1076"/>
          <ac:cxnSpMkLst>
            <pc:docMk/>
            <pc:sldMk cId="273542913" sldId="326"/>
            <ac:cxnSpMk id="6" creationId="{2A6686F6-A630-69D2-AD8C-431C4095C46F}"/>
          </ac:cxnSpMkLst>
        </pc:cxnChg>
        <pc:cxnChg chg="add mod">
          <ac:chgData name="Annie Lee" userId="S::a363lee@uwaterloo.ca::bb6e6f62-aef3-46b6-9d7b-c0d5f924feb3" providerId="AD" clId="Web-{0E84D262-5140-F47D-9EF5-58FEB0CCEAFA}" dt="2025-10-13T21:01:52.383" v="330" actId="14100"/>
          <ac:cxnSpMkLst>
            <pc:docMk/>
            <pc:sldMk cId="273542913" sldId="326"/>
            <ac:cxnSpMk id="9" creationId="{5788FE57-E29E-F4B8-F961-1FEA971D928C}"/>
          </ac:cxnSpMkLst>
        </pc:cxnChg>
        <pc:cxnChg chg="add mod">
          <ac:chgData name="Annie Lee" userId="S::a363lee@uwaterloo.ca::bb6e6f62-aef3-46b6-9d7b-c0d5f924feb3" providerId="AD" clId="Web-{0E84D262-5140-F47D-9EF5-58FEB0CCEAFA}" dt="2025-10-13T21:00:14.133" v="323" actId="14100"/>
          <ac:cxnSpMkLst>
            <pc:docMk/>
            <pc:sldMk cId="273542913" sldId="326"/>
            <ac:cxnSpMk id="11" creationId="{690F5514-7DB5-A847-2BDC-0C4137D1E28F}"/>
          </ac:cxnSpMkLst>
        </pc:cxnChg>
        <pc:cxnChg chg="add mod">
          <ac:chgData name="Annie Lee" userId="S::a363lee@uwaterloo.ca::bb6e6f62-aef3-46b6-9d7b-c0d5f924feb3" providerId="AD" clId="Web-{0E84D262-5140-F47D-9EF5-58FEB0CCEAFA}" dt="2025-10-13T21:04:07.731" v="341" actId="1076"/>
          <ac:cxnSpMkLst>
            <pc:docMk/>
            <pc:sldMk cId="273542913" sldId="326"/>
            <ac:cxnSpMk id="13" creationId="{A4B490FA-6A38-8563-3BCD-BFB0C15DFD4B}"/>
          </ac:cxnSpMkLst>
        </pc:cxnChg>
      </pc:sldChg>
    </pc:docChg>
  </pc:docChgLst>
  <pc:docChgLst>
    <pc:chgData name="Francisco Miguel Ong Jao" userId="S::fmojao@uwaterloo.ca::b20c9daf-8865-43fb-ad66-4a34a613bf60" providerId="AD" clId="Web-{F7D8A207-24B9-B528-F9B3-AC282D8253AF}"/>
    <pc:docChg chg="modSld">
      <pc:chgData name="Francisco Miguel Ong Jao" userId="S::fmojao@uwaterloo.ca::b20c9daf-8865-43fb-ad66-4a34a613bf60" providerId="AD" clId="Web-{F7D8A207-24B9-B528-F9B3-AC282D8253AF}" dt="2025-10-22T00:40:49.958" v="2" actId="1076"/>
      <pc:docMkLst>
        <pc:docMk/>
      </pc:docMkLst>
      <pc:sldChg chg="modSp">
        <pc:chgData name="Francisco Miguel Ong Jao" userId="S::fmojao@uwaterloo.ca::b20c9daf-8865-43fb-ad66-4a34a613bf60" providerId="AD" clId="Web-{F7D8A207-24B9-B528-F9B3-AC282D8253AF}" dt="2025-10-22T00:40:49.958" v="2" actId="1076"/>
        <pc:sldMkLst>
          <pc:docMk/>
          <pc:sldMk cId="443207280" sldId="263"/>
        </pc:sldMkLst>
        <pc:spChg chg="mod">
          <ac:chgData name="Francisco Miguel Ong Jao" userId="S::fmojao@uwaterloo.ca::b20c9daf-8865-43fb-ad66-4a34a613bf60" providerId="AD" clId="Web-{F7D8A207-24B9-B528-F9B3-AC282D8253AF}" dt="2025-10-22T00:40:37.333" v="0" actId="1076"/>
          <ac:spMkLst>
            <pc:docMk/>
            <pc:sldMk cId="443207280" sldId="263"/>
            <ac:spMk id="3" creationId="{00000000-0000-0000-0000-000000000000}"/>
          </ac:spMkLst>
        </pc:spChg>
        <pc:spChg chg="mod">
          <ac:chgData name="Francisco Miguel Ong Jao" userId="S::fmojao@uwaterloo.ca::b20c9daf-8865-43fb-ad66-4a34a613bf60" providerId="AD" clId="Web-{F7D8A207-24B9-B528-F9B3-AC282D8253AF}" dt="2025-10-22T00:40:49.958" v="2" actId="1076"/>
          <ac:spMkLst>
            <pc:docMk/>
            <pc:sldMk cId="443207280" sldId="263"/>
            <ac:spMk id="5" creationId="{A4F7A6A6-D88B-16A1-5A8E-430FD20604F4}"/>
          </ac:spMkLst>
        </pc:spChg>
      </pc:sldChg>
    </pc:docChg>
  </pc:docChgLst>
  <pc:docChgLst>
    <pc:chgData name="Larry Wu" userId="S::l233wu@uwaterloo.ca::f3814d5d-bfcd-4f1a-a13f-5ddab7912309" providerId="AD" clId="Web-{A67C78C7-4DF8-003C-0603-DC0E6667231C}"/>
    <pc:docChg chg="modSld">
      <pc:chgData name="Larry Wu" userId="S::l233wu@uwaterloo.ca::f3814d5d-bfcd-4f1a-a13f-5ddab7912309" providerId="AD" clId="Web-{A67C78C7-4DF8-003C-0603-DC0E6667231C}" dt="2025-09-24T18:34:39.941" v="0" actId="20577"/>
      <pc:docMkLst>
        <pc:docMk/>
      </pc:docMkLst>
    </pc:docChg>
  </pc:docChgLst>
  <pc:docChgLst>
    <pc:chgData name="Annie Lee" userId="S::a363lee@uwaterloo.ca::bb6e6f62-aef3-46b6-9d7b-c0d5f924feb3" providerId="AD" clId="Web-{58327E6F-EDDB-35C3-E9AD-A97CD900148B}"/>
    <pc:docChg chg="addSld modSld">
      <pc:chgData name="Annie Lee" userId="S::a363lee@uwaterloo.ca::bb6e6f62-aef3-46b6-9d7b-c0d5f924feb3" providerId="AD" clId="Web-{58327E6F-EDDB-35C3-E9AD-A97CD900148B}" dt="2025-10-08T19:30:11.132" v="283" actId="1076"/>
      <pc:docMkLst>
        <pc:docMk/>
      </pc:docMkLst>
      <pc:sldChg chg="modSp add">
        <pc:chgData name="Annie Lee" userId="S::a363lee@uwaterloo.ca::bb6e6f62-aef3-46b6-9d7b-c0d5f924feb3" providerId="AD" clId="Web-{58327E6F-EDDB-35C3-E9AD-A97CD900148B}" dt="2025-10-08T19:30:11.132" v="283" actId="1076"/>
        <pc:sldMkLst>
          <pc:docMk/>
          <pc:sldMk cId="1465529377" sldId="260"/>
        </pc:sldMkLst>
        <pc:spChg chg="mod">
          <ac:chgData name="Annie Lee" userId="S::a363lee@uwaterloo.ca::bb6e6f62-aef3-46b6-9d7b-c0d5f924feb3" providerId="AD" clId="Web-{58327E6F-EDDB-35C3-E9AD-A97CD900148B}" dt="2025-10-08T19:30:11.132" v="283" actId="1076"/>
          <ac:spMkLst>
            <pc:docMk/>
            <pc:sldMk cId="1465529377" sldId="260"/>
            <ac:spMk id="3" creationId="{F01BA873-954A-4A5B-0FAA-016EDA46238C}"/>
          </ac:spMkLst>
        </pc:spChg>
      </pc:sldChg>
      <pc:sldChg chg="modSp add">
        <pc:chgData name="Annie Lee" userId="S::a363lee@uwaterloo.ca::bb6e6f62-aef3-46b6-9d7b-c0d5f924feb3" providerId="AD" clId="Web-{58327E6F-EDDB-35C3-E9AD-A97CD900148B}" dt="2025-10-08T19:27:26.083" v="159" actId="1076"/>
        <pc:sldMkLst>
          <pc:docMk/>
          <pc:sldMk cId="2736934820" sldId="261"/>
        </pc:sldMkLst>
        <pc:picChg chg="mod modCrop">
          <ac:chgData name="Annie Lee" userId="S::a363lee@uwaterloo.ca::bb6e6f62-aef3-46b6-9d7b-c0d5f924feb3" providerId="AD" clId="Web-{58327E6F-EDDB-35C3-E9AD-A97CD900148B}" dt="2025-10-08T19:27:26.083" v="159" actId="1076"/>
          <ac:picMkLst>
            <pc:docMk/>
            <pc:sldMk cId="2736934820" sldId="261"/>
            <ac:picMk id="5" creationId="{311B728C-1C71-4953-5400-A11849E01C50}"/>
          </ac:picMkLst>
        </pc:picChg>
      </pc:sldChg>
      <pc:sldChg chg="addSp delSp modSp add">
        <pc:chgData name="Annie Lee" userId="S::a363lee@uwaterloo.ca::bb6e6f62-aef3-46b6-9d7b-c0d5f924feb3" providerId="AD" clId="Web-{58327E6F-EDDB-35C3-E9AD-A97CD900148B}" dt="2025-10-08T19:27:20.582" v="157" actId="1076"/>
        <pc:sldMkLst>
          <pc:docMk/>
          <pc:sldMk cId="3765031360" sldId="262"/>
        </pc:sldMkLst>
        <pc:picChg chg="mod modCrop">
          <ac:chgData name="Annie Lee" userId="S::a363lee@uwaterloo.ca::bb6e6f62-aef3-46b6-9d7b-c0d5f924feb3" providerId="AD" clId="Web-{58327E6F-EDDB-35C3-E9AD-A97CD900148B}" dt="2025-10-08T19:27:20.582" v="157" actId="1076"/>
          <ac:picMkLst>
            <pc:docMk/>
            <pc:sldMk cId="3765031360" sldId="262"/>
            <ac:picMk id="3" creationId="{27F8832A-7C7F-7031-B517-928F256DA0C7}"/>
          </ac:picMkLst>
        </pc:picChg>
      </pc:sldChg>
      <pc:sldChg chg="addSp delSp modSp add">
        <pc:chgData name="Annie Lee" userId="S::a363lee@uwaterloo.ca::bb6e6f62-aef3-46b6-9d7b-c0d5f924feb3" providerId="AD" clId="Web-{58327E6F-EDDB-35C3-E9AD-A97CD900148B}" dt="2025-10-08T19:29:33.257" v="278" actId="1076"/>
        <pc:sldMkLst>
          <pc:docMk/>
          <pc:sldMk cId="500272498" sldId="264"/>
        </pc:sldMkLst>
        <pc:picChg chg="mod modCrop">
          <ac:chgData name="Annie Lee" userId="S::a363lee@uwaterloo.ca::bb6e6f62-aef3-46b6-9d7b-c0d5f924feb3" providerId="AD" clId="Web-{58327E6F-EDDB-35C3-E9AD-A97CD900148B}" dt="2025-10-08T19:29:33.257" v="278" actId="1076"/>
          <ac:picMkLst>
            <pc:docMk/>
            <pc:sldMk cId="500272498" sldId="264"/>
            <ac:picMk id="5" creationId="{73103BB8-5D6F-3DD1-86A1-AF6BEA653EF9}"/>
          </ac:picMkLst>
        </pc:picChg>
      </pc:sldChg>
      <pc:sldChg chg="addSp delSp modSp add">
        <pc:chgData name="Annie Lee" userId="S::a363lee@uwaterloo.ca::bb6e6f62-aef3-46b6-9d7b-c0d5f924feb3" providerId="AD" clId="Web-{58327E6F-EDDB-35C3-E9AD-A97CD900148B}" dt="2025-10-08T19:28:41.490" v="226"/>
        <pc:sldMkLst>
          <pc:docMk/>
          <pc:sldMk cId="3252961871" sldId="323"/>
        </pc:sldMkLst>
        <pc:picChg chg="mod modCrop">
          <ac:chgData name="Annie Lee" userId="S::a363lee@uwaterloo.ca::bb6e6f62-aef3-46b6-9d7b-c0d5f924feb3" providerId="AD" clId="Web-{58327E6F-EDDB-35C3-E9AD-A97CD900148B}" dt="2025-10-08T19:28:24.053" v="222" actId="14100"/>
          <ac:picMkLst>
            <pc:docMk/>
            <pc:sldMk cId="3252961871" sldId="323"/>
            <ac:picMk id="5" creationId="{13ACF8BF-BE2B-2501-5CB7-613333A43E92}"/>
          </ac:picMkLst>
        </pc:picChg>
      </pc:sldChg>
    </pc:docChg>
  </pc:docChgLst>
  <pc:docChgLst>
    <pc:chgData name="Larry Wu" userId="S::l233wu@uwaterloo.ca::f3814d5d-bfcd-4f1a-a13f-5ddab7912309" providerId="AD" clId="Web-{799867D3-94E5-7170-0D8A-8EAE3A457194}"/>
    <pc:docChg chg="modSld sldOrd">
      <pc:chgData name="Larry Wu" userId="S::l233wu@uwaterloo.ca::f3814d5d-bfcd-4f1a-a13f-5ddab7912309" providerId="AD" clId="Web-{799867D3-94E5-7170-0D8A-8EAE3A457194}" dt="2025-10-19T18:02:58.009" v="2"/>
      <pc:docMkLst>
        <pc:docMk/>
      </pc:docMkLst>
      <pc:sldChg chg="mod ord modShow">
        <pc:chgData name="Larry Wu" userId="S::l233wu@uwaterloo.ca::f3814d5d-bfcd-4f1a-a13f-5ddab7912309" providerId="AD" clId="Web-{799867D3-94E5-7170-0D8A-8EAE3A457194}" dt="2025-10-19T18:02:58.009" v="2"/>
        <pc:sldMkLst>
          <pc:docMk/>
          <pc:sldMk cId="1465529377" sldId="260"/>
        </pc:sldMkLst>
      </pc:sldChg>
    </pc:docChg>
  </pc:docChgLst>
  <pc:docChgLst>
    <pc:chgData name="Larry Wu" userId="S::l233wu@uwaterloo.ca::f3814d5d-bfcd-4f1a-a13f-5ddab7912309" providerId="AD" clId="Web-{73899AD0-C415-0E84-613E-99F5868BD7E0}"/>
    <pc:docChg chg="modSld">
      <pc:chgData name="Larry Wu" userId="S::l233wu@uwaterloo.ca::f3814d5d-bfcd-4f1a-a13f-5ddab7912309" providerId="AD" clId="Web-{73899AD0-C415-0E84-613E-99F5868BD7E0}" dt="2025-10-06T18:59:33.022" v="7"/>
      <pc:docMkLst>
        <pc:docMk/>
      </pc:docMkLst>
      <pc:sldChg chg="modSp">
        <pc:chgData name="Larry Wu" userId="S::l233wu@uwaterloo.ca::f3814d5d-bfcd-4f1a-a13f-5ddab7912309" providerId="AD" clId="Web-{73899AD0-C415-0E84-613E-99F5868BD7E0}" dt="2025-10-06T18:59:33.022" v="7"/>
        <pc:sldMkLst>
          <pc:docMk/>
          <pc:sldMk cId="367199314" sldId="303"/>
        </pc:sldMkLst>
        <pc:graphicFrameChg chg="mod modGraphic">
          <ac:chgData name="Larry Wu" userId="S::l233wu@uwaterloo.ca::f3814d5d-bfcd-4f1a-a13f-5ddab7912309" providerId="AD" clId="Web-{73899AD0-C415-0E84-613E-99F5868BD7E0}" dt="2025-10-06T18:59:33.022" v="7"/>
          <ac:graphicFrameMkLst>
            <pc:docMk/>
            <pc:sldMk cId="367199314" sldId="303"/>
            <ac:graphicFrameMk id="5" creationId="{A905EEC4-3011-CC2E-A70A-4A2354E09C25}"/>
          </ac:graphicFrameMkLst>
        </pc:graphicFrameChg>
      </pc:sldChg>
    </pc:docChg>
  </pc:docChgLst>
  <pc:docChgLst>
    <pc:chgData name="Francisco Miguel Ong Jao" userId="S::fmojao@uwaterloo.ca::b20c9daf-8865-43fb-ad66-4a34a613bf60" providerId="AD" clId="Web-{08B0C6DA-707E-6E40-3801-BE6EDB08B3AF}"/>
    <pc:docChg chg="modSld">
      <pc:chgData name="Francisco Miguel Ong Jao" userId="S::fmojao@uwaterloo.ca::b20c9daf-8865-43fb-ad66-4a34a613bf60" providerId="AD" clId="Web-{08B0C6DA-707E-6E40-3801-BE6EDB08B3AF}" dt="2025-09-26T00:34:21.375" v="125"/>
      <pc:docMkLst>
        <pc:docMk/>
      </pc:docMkLst>
      <pc:sldChg chg="modSp">
        <pc:chgData name="Francisco Miguel Ong Jao" userId="S::fmojao@uwaterloo.ca::b20c9daf-8865-43fb-ad66-4a34a613bf60" providerId="AD" clId="Web-{08B0C6DA-707E-6E40-3801-BE6EDB08B3AF}" dt="2025-09-26T00:33:03.077" v="111"/>
        <pc:sldMkLst>
          <pc:docMk/>
          <pc:sldMk cId="367199314" sldId="303"/>
        </pc:sldMkLst>
        <pc:graphicFrameChg chg="mod modGraphic">
          <ac:chgData name="Francisco Miguel Ong Jao" userId="S::fmojao@uwaterloo.ca::b20c9daf-8865-43fb-ad66-4a34a613bf60" providerId="AD" clId="Web-{08B0C6DA-707E-6E40-3801-BE6EDB08B3AF}" dt="2025-09-26T00:33:03.077" v="111"/>
          <ac:graphicFrameMkLst>
            <pc:docMk/>
            <pc:sldMk cId="367199314" sldId="303"/>
            <ac:graphicFrameMk id="5" creationId="{A905EEC4-3011-CC2E-A70A-4A2354E09C25}"/>
          </ac:graphicFrameMkLst>
        </pc:graphicFrameChg>
      </pc:sldChg>
      <pc:sldChg chg="modSp">
        <pc:chgData name="Francisco Miguel Ong Jao" userId="S::fmojao@uwaterloo.ca::b20c9daf-8865-43fb-ad66-4a34a613bf60" providerId="AD" clId="Web-{08B0C6DA-707E-6E40-3801-BE6EDB08B3AF}" dt="2025-09-26T00:31:13.419" v="11"/>
        <pc:sldMkLst>
          <pc:docMk/>
          <pc:sldMk cId="1902887515" sldId="304"/>
        </pc:sldMkLst>
        <pc:graphicFrameChg chg="mod modGraphic">
          <ac:chgData name="Francisco Miguel Ong Jao" userId="S::fmojao@uwaterloo.ca::b20c9daf-8865-43fb-ad66-4a34a613bf60" providerId="AD" clId="Web-{08B0C6DA-707E-6E40-3801-BE6EDB08B3AF}" dt="2025-09-26T00:31:13.419" v="11"/>
          <ac:graphicFrameMkLst>
            <pc:docMk/>
            <pc:sldMk cId="1902887515" sldId="304"/>
            <ac:graphicFrameMk id="12" creationId="{46FA936D-D07E-3573-397C-BB3592F7F2FE}"/>
          </ac:graphicFrameMkLst>
        </pc:graphicFrameChg>
      </pc:sldChg>
      <pc:sldChg chg="modSp">
        <pc:chgData name="Francisco Miguel Ong Jao" userId="S::fmojao@uwaterloo.ca::b20c9daf-8865-43fb-ad66-4a34a613bf60" providerId="AD" clId="Web-{08B0C6DA-707E-6E40-3801-BE6EDB08B3AF}" dt="2025-09-26T00:34:21.375" v="125"/>
        <pc:sldMkLst>
          <pc:docMk/>
          <pc:sldMk cId="753721336" sldId="313"/>
        </pc:sldMkLst>
        <pc:graphicFrameChg chg="mod modGraphic">
          <ac:chgData name="Francisco Miguel Ong Jao" userId="S::fmojao@uwaterloo.ca::b20c9daf-8865-43fb-ad66-4a34a613bf60" providerId="AD" clId="Web-{08B0C6DA-707E-6E40-3801-BE6EDB08B3AF}" dt="2025-09-26T00:34:21.375" v="125"/>
          <ac:graphicFrameMkLst>
            <pc:docMk/>
            <pc:sldMk cId="753721336" sldId="313"/>
            <ac:graphicFrameMk id="3" creationId="{2C31D875-B343-BC6B-BF03-3EB9C08D52EA}"/>
          </ac:graphicFrameMkLst>
        </pc:graphicFrameChg>
      </pc:sldChg>
    </pc:docChg>
  </pc:docChgLst>
  <pc:docChgLst>
    <pc:chgData name="Angadbir Singh" userId="S::a555sing@uwaterloo.ca::d2cc1f08-d6ef-446d-b7cf-ef46e8152fb6" providerId="AD" clId="Web-{54C64E8C-A7C7-7591-73FB-414BCB53D3D8}"/>
    <pc:docChg chg="modSld">
      <pc:chgData name="Angadbir Singh" userId="S::a555sing@uwaterloo.ca::d2cc1f08-d6ef-446d-b7cf-ef46e8152fb6" providerId="AD" clId="Web-{54C64E8C-A7C7-7591-73FB-414BCB53D3D8}" dt="2025-10-06T19:05:37.903" v="203"/>
      <pc:docMkLst>
        <pc:docMk/>
      </pc:docMkLst>
      <pc:sldChg chg="modSp">
        <pc:chgData name="Angadbir Singh" userId="S::a555sing@uwaterloo.ca::d2cc1f08-d6ef-446d-b7cf-ef46e8152fb6" providerId="AD" clId="Web-{54C64E8C-A7C7-7591-73FB-414BCB53D3D8}" dt="2025-10-06T19:03:21.572" v="83"/>
        <pc:sldMkLst>
          <pc:docMk/>
          <pc:sldMk cId="367199314" sldId="303"/>
        </pc:sldMkLst>
        <pc:graphicFrameChg chg="mod modGraphic">
          <ac:chgData name="Angadbir Singh" userId="S::a555sing@uwaterloo.ca::d2cc1f08-d6ef-446d-b7cf-ef46e8152fb6" providerId="AD" clId="Web-{54C64E8C-A7C7-7591-73FB-414BCB53D3D8}" dt="2025-10-06T19:03:21.572" v="83"/>
          <ac:graphicFrameMkLst>
            <pc:docMk/>
            <pc:sldMk cId="367199314" sldId="303"/>
            <ac:graphicFrameMk id="5" creationId="{A905EEC4-3011-CC2E-A70A-4A2354E09C25}"/>
          </ac:graphicFrameMkLst>
        </pc:graphicFrameChg>
      </pc:sldChg>
      <pc:sldChg chg="modSp">
        <pc:chgData name="Angadbir Singh" userId="S::a555sing@uwaterloo.ca::d2cc1f08-d6ef-446d-b7cf-ef46e8152fb6" providerId="AD" clId="Web-{54C64E8C-A7C7-7591-73FB-414BCB53D3D8}" dt="2025-10-06T19:05:37.903" v="203"/>
        <pc:sldMkLst>
          <pc:docMk/>
          <pc:sldMk cId="753721336" sldId="313"/>
        </pc:sldMkLst>
        <pc:graphicFrameChg chg="mod modGraphic">
          <ac:chgData name="Angadbir Singh" userId="S::a555sing@uwaterloo.ca::d2cc1f08-d6ef-446d-b7cf-ef46e8152fb6" providerId="AD" clId="Web-{54C64E8C-A7C7-7591-73FB-414BCB53D3D8}" dt="2025-10-06T19:05:37.903" v="203"/>
          <ac:graphicFrameMkLst>
            <pc:docMk/>
            <pc:sldMk cId="753721336" sldId="313"/>
            <ac:graphicFrameMk id="3" creationId="{2C31D875-B343-BC6B-BF03-3EB9C08D52EA}"/>
          </ac:graphicFrameMkLst>
        </pc:graphicFrameChg>
      </pc:sldChg>
    </pc:docChg>
  </pc:docChgLst>
  <pc:docChgLst>
    <pc:chgData name="Francisco Miguel Ong Jao" userId="S::fmojao@uwaterloo.ca::b20c9daf-8865-43fb-ad66-4a34a613bf60" providerId="AD" clId="Web-{12CABC29-7777-ADDC-8000-8F446B8A991F}"/>
    <pc:docChg chg="addSld delSld modSld">
      <pc:chgData name="Francisco Miguel Ong Jao" userId="S::fmojao@uwaterloo.ca::b20c9daf-8865-43fb-ad66-4a34a613bf60" providerId="AD" clId="Web-{12CABC29-7777-ADDC-8000-8F446B8A991F}" dt="2025-09-24T15:21:34.595" v="437" actId="20577"/>
      <pc:docMkLst>
        <pc:docMk/>
      </pc:docMkLst>
    </pc:docChg>
  </pc:docChgLst>
  <pc:docChgLst>
    <pc:chgData name="Waris Zahoor" userId="S::w2zahoor@uwaterloo.ca::44ef991a-a5f8-4932-8d7c-61868fe4da21" providerId="AD" clId="Web-{83E03FB8-5A34-403C-F5C6-0B3D36886A2B}"/>
    <pc:docChg chg="addSld delSld modSld sldOrd">
      <pc:chgData name="Waris Zahoor" userId="S::w2zahoor@uwaterloo.ca::44ef991a-a5f8-4932-8d7c-61868fe4da21" providerId="AD" clId="Web-{83E03FB8-5A34-403C-F5C6-0B3D36886A2B}" dt="2025-09-23T20:47:30.804" v="1449" actId="20577"/>
      <pc:docMkLst>
        <pc:docMk/>
      </pc:docMkLst>
      <pc:sldChg chg="modSp">
        <pc:chgData name="Waris Zahoor" userId="S::w2zahoor@uwaterloo.ca::44ef991a-a5f8-4932-8d7c-61868fe4da21" providerId="AD" clId="Web-{83E03FB8-5A34-403C-F5C6-0B3D36886A2B}" dt="2025-09-23T20:47:30.804" v="1449" actId="20577"/>
        <pc:sldMkLst>
          <pc:docMk/>
          <pc:sldMk cId="443207280" sldId="263"/>
        </pc:sldMkLst>
        <pc:spChg chg="mod">
          <ac:chgData name="Waris Zahoor" userId="S::w2zahoor@uwaterloo.ca::44ef991a-a5f8-4932-8d7c-61868fe4da21" providerId="AD" clId="Web-{83E03FB8-5A34-403C-F5C6-0B3D36886A2B}" dt="2025-09-23T20:47:30.804" v="1449" actId="20577"/>
          <ac:spMkLst>
            <pc:docMk/>
            <pc:sldMk cId="443207280" sldId="263"/>
            <ac:spMk id="3" creationId="{00000000-0000-0000-0000-000000000000}"/>
          </ac:spMkLst>
        </pc:spChg>
      </pc:sldChg>
    </pc:docChg>
  </pc:docChgLst>
  <pc:docChgLst>
    <pc:chgData name="Francisco Miguel Ong Jao" userId="S::fmojao@uwaterloo.ca::b20c9daf-8865-43fb-ad66-4a34a613bf60" providerId="AD" clId="Web-{89E2DE8D-3F50-4AC1-8EFF-2E03472A2A82}"/>
    <pc:docChg chg="addSld modSld">
      <pc:chgData name="Francisco Miguel Ong Jao" userId="S::fmojao@uwaterloo.ca::b20c9daf-8865-43fb-ad66-4a34a613bf60" providerId="AD" clId="Web-{89E2DE8D-3F50-4AC1-8EFF-2E03472A2A82}" dt="2025-09-23T19:18:03.976" v="700" actId="1076"/>
      <pc:docMkLst>
        <pc:docMk/>
      </pc:docMkLst>
    </pc:docChg>
  </pc:docChgLst>
  <pc:docChgLst>
    <pc:chgData name="Larry Wu" userId="S::l233wu@uwaterloo.ca::f3814d5d-bfcd-4f1a-a13f-5ddab7912309" providerId="AD" clId="Web-{3C0C6F95-D598-84F8-E1E9-8F3277E35968}"/>
    <pc:docChg chg="addSld delSld modSld">
      <pc:chgData name="Larry Wu" userId="S::l233wu@uwaterloo.ca::f3814d5d-bfcd-4f1a-a13f-5ddab7912309" providerId="AD" clId="Web-{3C0C6F95-D598-84F8-E1E9-8F3277E35968}" dt="2025-10-22T00:42:21.550" v="17"/>
      <pc:docMkLst>
        <pc:docMk/>
      </pc:docMkLst>
      <pc:sldChg chg="modSp">
        <pc:chgData name="Larry Wu" userId="S::l233wu@uwaterloo.ca::f3814d5d-bfcd-4f1a-a13f-5ddab7912309" providerId="AD" clId="Web-{3C0C6F95-D598-84F8-E1E9-8F3277E35968}" dt="2025-10-22T00:27:04.509" v="8" actId="20577"/>
        <pc:sldMkLst>
          <pc:docMk/>
          <pc:sldMk cId="1902887515" sldId="304"/>
        </pc:sldMkLst>
        <pc:spChg chg="mod">
          <ac:chgData name="Larry Wu" userId="S::l233wu@uwaterloo.ca::f3814d5d-bfcd-4f1a-a13f-5ddab7912309" providerId="AD" clId="Web-{3C0C6F95-D598-84F8-E1E9-8F3277E35968}" dt="2025-10-22T00:27:04.509" v="8" actId="20577"/>
          <ac:spMkLst>
            <pc:docMk/>
            <pc:sldMk cId="1902887515" sldId="304"/>
            <ac:spMk id="2" creationId="{75D52B38-968F-2CFC-14A8-548F7928ED95}"/>
          </ac:spMkLst>
        </pc:spChg>
      </pc:sldChg>
      <pc:sldChg chg="add del">
        <pc:chgData name="Larry Wu" userId="S::l233wu@uwaterloo.ca::f3814d5d-bfcd-4f1a-a13f-5ddab7912309" providerId="AD" clId="Web-{3C0C6F95-D598-84F8-E1E9-8F3277E35968}" dt="2025-10-22T00:42:21.550" v="17"/>
        <pc:sldMkLst>
          <pc:docMk/>
          <pc:sldMk cId="3695060314" sldId="311"/>
        </pc:sldMkLst>
      </pc:sldChg>
      <pc:sldChg chg="modSp">
        <pc:chgData name="Larry Wu" userId="S::l233wu@uwaterloo.ca::f3814d5d-bfcd-4f1a-a13f-5ddab7912309" providerId="AD" clId="Web-{3C0C6F95-D598-84F8-E1E9-8F3277E35968}" dt="2025-10-22T00:27:09.603" v="15" actId="20577"/>
        <pc:sldMkLst>
          <pc:docMk/>
          <pc:sldMk cId="753721336" sldId="313"/>
        </pc:sldMkLst>
        <pc:spChg chg="mod">
          <ac:chgData name="Larry Wu" userId="S::l233wu@uwaterloo.ca::f3814d5d-bfcd-4f1a-a13f-5ddab7912309" providerId="AD" clId="Web-{3C0C6F95-D598-84F8-E1E9-8F3277E35968}" dt="2025-10-22T00:27:09.603" v="15" actId="20577"/>
          <ac:spMkLst>
            <pc:docMk/>
            <pc:sldMk cId="753721336" sldId="313"/>
            <ac:spMk id="2" creationId="{0EE3AC2B-7D84-E475-567D-145C4667FD32}"/>
          </ac:spMkLst>
        </pc:spChg>
      </pc:sldChg>
    </pc:docChg>
  </pc:docChgLst>
  <pc:docChgLst>
    <pc:chgData name="Larry Wu" userId="f3814d5d-bfcd-4f1a-a13f-5ddab7912309" providerId="ADAL" clId="{DD9191B2-2348-5045-8273-2AF0156B3AC8}"/>
    <pc:docChg chg="undo custSel addSld delSld modSld sldOrd">
      <pc:chgData name="Larry Wu" userId="f3814d5d-bfcd-4f1a-a13f-5ddab7912309" providerId="ADAL" clId="{DD9191B2-2348-5045-8273-2AF0156B3AC8}" dt="2025-10-08T23:11:01.233" v="6937" actId="2696"/>
      <pc:docMkLst>
        <pc:docMk/>
      </pc:docMkLst>
      <pc:sldChg chg="addSp delSp modSp mod">
        <pc:chgData name="Larry Wu" userId="f3814d5d-bfcd-4f1a-a13f-5ddab7912309" providerId="ADAL" clId="{DD9191B2-2348-5045-8273-2AF0156B3AC8}" dt="2025-10-07T22:39:56.941" v="5936" actId="20577"/>
        <pc:sldMkLst>
          <pc:docMk/>
          <pc:sldMk cId="114863653" sldId="256"/>
        </pc:sldMkLst>
        <pc:spChg chg="mod">
          <ac:chgData name="Larry Wu" userId="f3814d5d-bfcd-4f1a-a13f-5ddab7912309" providerId="ADAL" clId="{DD9191B2-2348-5045-8273-2AF0156B3AC8}" dt="2025-10-07T22:39:56.941" v="5936" actId="20577"/>
          <ac:spMkLst>
            <pc:docMk/>
            <pc:sldMk cId="114863653" sldId="256"/>
            <ac:spMk id="2" creationId="{00000000-0000-0000-0000-000000000000}"/>
          </ac:spMkLst>
        </pc:spChg>
        <pc:spChg chg="mod">
          <ac:chgData name="Larry Wu" userId="f3814d5d-bfcd-4f1a-a13f-5ddab7912309" providerId="ADAL" clId="{DD9191B2-2348-5045-8273-2AF0156B3AC8}" dt="2025-09-23T16:49:43.510" v="1510" actId="1076"/>
          <ac:spMkLst>
            <pc:docMk/>
            <pc:sldMk cId="114863653" sldId="256"/>
            <ac:spMk id="3" creationId="{00000000-0000-0000-0000-000000000000}"/>
          </ac:spMkLst>
        </pc:spChg>
      </pc:sldChg>
      <pc:sldChg chg="addSp delSp modSp mod modClrScheme chgLayout">
        <pc:chgData name="Larry Wu" userId="f3814d5d-bfcd-4f1a-a13f-5ddab7912309" providerId="ADAL" clId="{DD9191B2-2348-5045-8273-2AF0156B3AC8}" dt="2025-10-08T22:27:18.415" v="6108" actId="1076"/>
        <pc:sldMkLst>
          <pc:docMk/>
          <pc:sldMk cId="1465529377" sldId="260"/>
        </pc:sldMkLst>
        <pc:spChg chg="mod">
          <ac:chgData name="Larry Wu" userId="f3814d5d-bfcd-4f1a-a13f-5ddab7912309" providerId="ADAL" clId="{DD9191B2-2348-5045-8273-2AF0156B3AC8}" dt="2025-10-08T22:02:34.938" v="5942" actId="26606"/>
          <ac:spMkLst>
            <pc:docMk/>
            <pc:sldMk cId="1465529377" sldId="260"/>
            <ac:spMk id="3" creationId="{F01BA873-954A-4A5B-0FAA-016EDA46238C}"/>
          </ac:spMkLst>
        </pc:spChg>
        <pc:spChg chg="add mod">
          <ac:chgData name="Larry Wu" userId="f3814d5d-bfcd-4f1a-a13f-5ddab7912309" providerId="ADAL" clId="{DD9191B2-2348-5045-8273-2AF0156B3AC8}" dt="2025-10-08T22:02:34.938" v="5942" actId="26606"/>
          <ac:spMkLst>
            <pc:docMk/>
            <pc:sldMk cId="1465529377" sldId="260"/>
            <ac:spMk id="8" creationId="{5265B10B-25DB-B0C3-C2A4-CCEE12CD17E0}"/>
          </ac:spMkLst>
        </pc:spChg>
        <pc:spChg chg="add mod">
          <ac:chgData name="Larry Wu" userId="f3814d5d-bfcd-4f1a-a13f-5ddab7912309" providerId="ADAL" clId="{DD9191B2-2348-5045-8273-2AF0156B3AC8}" dt="2025-10-08T22:02:34.938" v="5942" actId="26606"/>
          <ac:spMkLst>
            <pc:docMk/>
            <pc:sldMk cId="1465529377" sldId="260"/>
            <ac:spMk id="10" creationId="{2BBD9D7E-B096-9671-7C3D-04F38CCE9518}"/>
          </ac:spMkLst>
        </pc:spChg>
        <pc:spChg chg="add mod">
          <ac:chgData name="Larry Wu" userId="f3814d5d-bfcd-4f1a-a13f-5ddab7912309" providerId="ADAL" clId="{DD9191B2-2348-5045-8273-2AF0156B3AC8}" dt="2025-10-08T22:02:34.938" v="5942" actId="26606"/>
          <ac:spMkLst>
            <pc:docMk/>
            <pc:sldMk cId="1465529377" sldId="260"/>
            <ac:spMk id="12" creationId="{8C68A29D-A576-E4E5-DE42-2AC85922CF74}"/>
          </ac:spMkLst>
        </pc:spChg>
        <pc:spChg chg="add mod">
          <ac:chgData name="Larry Wu" userId="f3814d5d-bfcd-4f1a-a13f-5ddab7912309" providerId="ADAL" clId="{DD9191B2-2348-5045-8273-2AF0156B3AC8}" dt="2025-10-08T22:02:34.938" v="5942" actId="26606"/>
          <ac:spMkLst>
            <pc:docMk/>
            <pc:sldMk cId="1465529377" sldId="260"/>
            <ac:spMk id="16" creationId="{6DE1611A-3372-3F4F-B37E-36F73B3BB37F}"/>
          </ac:spMkLst>
        </pc:spChg>
        <pc:graphicFrameChg chg="add mod modGraphic">
          <ac:chgData name="Larry Wu" userId="f3814d5d-bfcd-4f1a-a13f-5ddab7912309" providerId="ADAL" clId="{DD9191B2-2348-5045-8273-2AF0156B3AC8}" dt="2025-10-08T22:27:18.415" v="6108" actId="1076"/>
          <ac:graphicFrameMkLst>
            <pc:docMk/>
            <pc:sldMk cId="1465529377" sldId="260"/>
            <ac:graphicFrameMk id="7" creationId="{4F2F46FD-F844-2102-3806-933B26910A21}"/>
          </ac:graphicFrameMkLst>
        </pc:graphicFrameChg>
      </pc:sldChg>
      <pc:sldChg chg="modSp mod">
        <pc:chgData name="Larry Wu" userId="f3814d5d-bfcd-4f1a-a13f-5ddab7912309" providerId="ADAL" clId="{DD9191B2-2348-5045-8273-2AF0156B3AC8}" dt="2025-10-08T23:10:37.481" v="6932" actId="20577"/>
        <pc:sldMkLst>
          <pc:docMk/>
          <pc:sldMk cId="2736934820" sldId="261"/>
        </pc:sldMkLst>
        <pc:picChg chg="mod">
          <ac:chgData name="Larry Wu" userId="f3814d5d-bfcd-4f1a-a13f-5ddab7912309" providerId="ADAL" clId="{DD9191B2-2348-5045-8273-2AF0156B3AC8}" dt="2025-10-08T22:08:48.972" v="6083" actId="1076"/>
          <ac:picMkLst>
            <pc:docMk/>
            <pc:sldMk cId="2736934820" sldId="261"/>
            <ac:picMk id="5" creationId="{311B728C-1C71-4953-5400-A11849E01C50}"/>
          </ac:picMkLst>
        </pc:picChg>
      </pc:sldChg>
      <pc:sldChg chg="modSp mod">
        <pc:chgData name="Larry Wu" userId="f3814d5d-bfcd-4f1a-a13f-5ddab7912309" providerId="ADAL" clId="{DD9191B2-2348-5045-8273-2AF0156B3AC8}" dt="2025-10-08T23:10:28.206" v="6897" actId="20577"/>
        <pc:sldMkLst>
          <pc:docMk/>
          <pc:sldMk cId="3765031360" sldId="262"/>
        </pc:sldMkLst>
        <pc:picChg chg="mod">
          <ac:chgData name="Larry Wu" userId="f3814d5d-bfcd-4f1a-a13f-5ddab7912309" providerId="ADAL" clId="{DD9191B2-2348-5045-8273-2AF0156B3AC8}" dt="2025-10-08T22:08:34.642" v="6079" actId="1076"/>
          <ac:picMkLst>
            <pc:docMk/>
            <pc:sldMk cId="3765031360" sldId="262"/>
            <ac:picMk id="3" creationId="{27F8832A-7C7F-7031-B517-928F256DA0C7}"/>
          </ac:picMkLst>
        </pc:picChg>
      </pc:sldChg>
      <pc:sldChg chg="delSp modSp mod ord">
        <pc:chgData name="Larry Wu" userId="f3814d5d-bfcd-4f1a-a13f-5ddab7912309" providerId="ADAL" clId="{DD9191B2-2348-5045-8273-2AF0156B3AC8}" dt="2025-09-24T17:06:55.745" v="4938" actId="20577"/>
        <pc:sldMkLst>
          <pc:docMk/>
          <pc:sldMk cId="443207280" sldId="263"/>
        </pc:sldMkLst>
        <pc:spChg chg="mod">
          <ac:chgData name="Larry Wu" userId="f3814d5d-bfcd-4f1a-a13f-5ddab7912309" providerId="ADAL" clId="{DD9191B2-2348-5045-8273-2AF0156B3AC8}" dt="2025-09-24T17:06:55.745" v="4938" actId="20577"/>
          <ac:spMkLst>
            <pc:docMk/>
            <pc:sldMk cId="443207280" sldId="263"/>
            <ac:spMk id="2" creationId="{00000000-0000-0000-0000-000000000000}"/>
          </ac:spMkLst>
        </pc:spChg>
        <pc:spChg chg="mod">
          <ac:chgData name="Larry Wu" userId="f3814d5d-bfcd-4f1a-a13f-5ddab7912309" providerId="ADAL" clId="{DD9191B2-2348-5045-8273-2AF0156B3AC8}" dt="2025-09-24T15:21:53.221" v="4442" actId="2711"/>
          <ac:spMkLst>
            <pc:docMk/>
            <pc:sldMk cId="443207280" sldId="263"/>
            <ac:spMk id="3" creationId="{00000000-0000-0000-0000-000000000000}"/>
          </ac:spMkLst>
        </pc:spChg>
      </pc:sldChg>
      <pc:sldChg chg="modSp mod">
        <pc:chgData name="Larry Wu" userId="f3814d5d-bfcd-4f1a-a13f-5ddab7912309" providerId="ADAL" clId="{DD9191B2-2348-5045-8273-2AF0156B3AC8}" dt="2025-10-08T23:10:16.774" v="6856" actId="20577"/>
        <pc:sldMkLst>
          <pc:docMk/>
          <pc:sldMk cId="500272498" sldId="264"/>
        </pc:sldMkLst>
        <pc:picChg chg="mod">
          <ac:chgData name="Larry Wu" userId="f3814d5d-bfcd-4f1a-a13f-5ddab7912309" providerId="ADAL" clId="{DD9191B2-2348-5045-8273-2AF0156B3AC8}" dt="2025-10-08T22:08:23.898" v="6076" actId="1076"/>
          <ac:picMkLst>
            <pc:docMk/>
            <pc:sldMk cId="500272498" sldId="264"/>
            <ac:picMk id="5" creationId="{73103BB8-5D6F-3DD1-86A1-AF6BEA653EF9}"/>
          </ac:picMkLst>
        </pc:picChg>
      </pc:sldChg>
      <pc:sldChg chg="delSp mod">
        <pc:chgData name="Larry Wu" userId="f3814d5d-bfcd-4f1a-a13f-5ddab7912309" providerId="ADAL" clId="{DD9191B2-2348-5045-8273-2AF0156B3AC8}" dt="2025-09-23T16:44:41.959" v="1175" actId="478"/>
        <pc:sldMkLst>
          <pc:docMk/>
          <pc:sldMk cId="3895099228" sldId="272"/>
        </pc:sldMkLst>
      </pc:sldChg>
      <pc:sldChg chg="addSp delSp modSp mod modNotesTx">
        <pc:chgData name="Larry Wu" userId="f3814d5d-bfcd-4f1a-a13f-5ddab7912309" providerId="ADAL" clId="{DD9191B2-2348-5045-8273-2AF0156B3AC8}" dt="2025-09-24T17:14:58.881" v="5903" actId="122"/>
        <pc:sldMkLst>
          <pc:docMk/>
          <pc:sldMk cId="367199314" sldId="303"/>
        </pc:sldMkLst>
        <pc:spChg chg="mod">
          <ac:chgData name="Larry Wu" userId="f3814d5d-bfcd-4f1a-a13f-5ddab7912309" providerId="ADAL" clId="{DD9191B2-2348-5045-8273-2AF0156B3AC8}" dt="2025-09-24T17:07:02.344" v="4950" actId="20577"/>
          <ac:spMkLst>
            <pc:docMk/>
            <pc:sldMk cId="367199314" sldId="303"/>
            <ac:spMk id="2" creationId="{89440C39-9B00-5248-981A-9DCD39EDFDEB}"/>
          </ac:spMkLst>
        </pc:spChg>
        <pc:graphicFrameChg chg="add mod modGraphic">
          <ac:chgData name="Larry Wu" userId="f3814d5d-bfcd-4f1a-a13f-5ddab7912309" providerId="ADAL" clId="{DD9191B2-2348-5045-8273-2AF0156B3AC8}" dt="2025-09-24T17:14:58.881" v="5903" actId="122"/>
          <ac:graphicFrameMkLst>
            <pc:docMk/>
            <pc:sldMk cId="367199314" sldId="303"/>
            <ac:graphicFrameMk id="5" creationId="{A905EEC4-3011-CC2E-A70A-4A2354E09C25}"/>
          </ac:graphicFrameMkLst>
        </pc:graphicFrameChg>
      </pc:sldChg>
      <pc:sldChg chg="addSp delSp modSp mod ord">
        <pc:chgData name="Larry Wu" userId="f3814d5d-bfcd-4f1a-a13f-5ddab7912309" providerId="ADAL" clId="{DD9191B2-2348-5045-8273-2AF0156B3AC8}" dt="2025-10-08T22:29:21.401" v="6112" actId="20578"/>
        <pc:sldMkLst>
          <pc:docMk/>
          <pc:sldMk cId="1902887515" sldId="304"/>
        </pc:sldMkLst>
        <pc:spChg chg="mod">
          <ac:chgData name="Larry Wu" userId="f3814d5d-bfcd-4f1a-a13f-5ddab7912309" providerId="ADAL" clId="{DD9191B2-2348-5045-8273-2AF0156B3AC8}" dt="2025-09-24T17:07:06.074" v="4962" actId="20577"/>
          <ac:spMkLst>
            <pc:docMk/>
            <pc:sldMk cId="1902887515" sldId="304"/>
            <ac:spMk id="2" creationId="{75D52B38-968F-2CFC-14A8-548F7928ED95}"/>
          </ac:spMkLst>
        </pc:spChg>
        <pc:graphicFrameChg chg="add mod modGraphic">
          <ac:chgData name="Larry Wu" userId="f3814d5d-bfcd-4f1a-a13f-5ddab7912309" providerId="ADAL" clId="{DD9191B2-2348-5045-8273-2AF0156B3AC8}" dt="2025-09-23T17:43:34.718" v="3553" actId="20577"/>
          <ac:graphicFrameMkLst>
            <pc:docMk/>
            <pc:sldMk cId="1902887515" sldId="304"/>
            <ac:graphicFrameMk id="12" creationId="{46FA936D-D07E-3573-397C-BB3592F7F2FE}"/>
          </ac:graphicFrameMkLst>
        </pc:graphicFrameChg>
      </pc:sldChg>
      <pc:sldChg chg="addSp delSp modSp mod ord">
        <pc:chgData name="Larry Wu" userId="f3814d5d-bfcd-4f1a-a13f-5ddab7912309" providerId="ADAL" clId="{DD9191B2-2348-5045-8273-2AF0156B3AC8}" dt="2025-10-08T22:45:27.230" v="6230" actId="1076"/>
        <pc:sldMkLst>
          <pc:docMk/>
          <pc:sldMk cId="3044220032" sldId="309"/>
        </pc:sldMkLst>
        <pc:spChg chg="mod">
          <ac:chgData name="Larry Wu" userId="f3814d5d-bfcd-4f1a-a13f-5ddab7912309" providerId="ADAL" clId="{DD9191B2-2348-5045-8273-2AF0156B3AC8}" dt="2025-09-24T17:07:25.365" v="4996" actId="20577"/>
          <ac:spMkLst>
            <pc:docMk/>
            <pc:sldMk cId="3044220032" sldId="309"/>
            <ac:spMk id="2" creationId="{82BB26A8-BEEA-4E93-09B1-BB478328FC0E}"/>
          </ac:spMkLst>
        </pc:spChg>
        <pc:picChg chg="add mod">
          <ac:chgData name="Larry Wu" userId="f3814d5d-bfcd-4f1a-a13f-5ddab7912309" providerId="ADAL" clId="{DD9191B2-2348-5045-8273-2AF0156B3AC8}" dt="2025-10-08T22:45:27.230" v="6230" actId="1076"/>
          <ac:picMkLst>
            <pc:docMk/>
            <pc:sldMk cId="3044220032" sldId="309"/>
            <ac:picMk id="7" creationId="{4A07E1CD-F6EB-5FA1-91B3-0292889E1997}"/>
          </ac:picMkLst>
        </pc:picChg>
      </pc:sldChg>
      <pc:sldChg chg="addSp delSp modSp add mod ord">
        <pc:chgData name="Larry Wu" userId="f3814d5d-bfcd-4f1a-a13f-5ddab7912309" providerId="ADAL" clId="{DD9191B2-2348-5045-8273-2AF0156B3AC8}" dt="2025-10-08T22:29:20.085" v="6111" actId="20578"/>
        <pc:sldMkLst>
          <pc:docMk/>
          <pc:sldMk cId="753721336" sldId="313"/>
        </pc:sldMkLst>
        <pc:spChg chg="mod">
          <ac:chgData name="Larry Wu" userId="f3814d5d-bfcd-4f1a-a13f-5ddab7912309" providerId="ADAL" clId="{DD9191B2-2348-5045-8273-2AF0156B3AC8}" dt="2025-09-24T17:07:10.046" v="4974" actId="20577"/>
          <ac:spMkLst>
            <pc:docMk/>
            <pc:sldMk cId="753721336" sldId="313"/>
            <ac:spMk id="2" creationId="{0EE3AC2B-7D84-E475-567D-145C4667FD32}"/>
          </ac:spMkLst>
        </pc:spChg>
        <pc:graphicFrameChg chg="add mod modGraphic">
          <ac:chgData name="Larry Wu" userId="f3814d5d-bfcd-4f1a-a13f-5ddab7912309" providerId="ADAL" clId="{DD9191B2-2348-5045-8273-2AF0156B3AC8}" dt="2025-09-24T17:13:31.141" v="5900" actId="20577"/>
          <ac:graphicFrameMkLst>
            <pc:docMk/>
            <pc:sldMk cId="753721336" sldId="313"/>
            <ac:graphicFrameMk id="3" creationId="{2C31D875-B343-BC6B-BF03-3EB9C08D52EA}"/>
          </ac:graphicFrameMkLst>
        </pc:graphicFrameChg>
      </pc:sldChg>
      <pc:sldChg chg="addSp delSp modSp mod">
        <pc:chgData name="Larry Wu" userId="f3814d5d-bfcd-4f1a-a13f-5ddab7912309" providerId="ADAL" clId="{DD9191B2-2348-5045-8273-2AF0156B3AC8}" dt="2025-10-08T23:10:22.861" v="6873" actId="20577"/>
        <pc:sldMkLst>
          <pc:docMk/>
          <pc:sldMk cId="3252961871" sldId="323"/>
        </pc:sldMkLst>
        <pc:picChg chg="mod">
          <ac:chgData name="Larry Wu" userId="f3814d5d-bfcd-4f1a-a13f-5ddab7912309" providerId="ADAL" clId="{DD9191B2-2348-5045-8273-2AF0156B3AC8}" dt="2025-10-08T22:08:30.300" v="6078" actId="1076"/>
          <ac:picMkLst>
            <pc:docMk/>
            <pc:sldMk cId="3252961871" sldId="323"/>
            <ac:picMk id="5" creationId="{13ACF8BF-BE2B-2501-5CB7-613333A43E92}"/>
          </ac:picMkLst>
        </pc:picChg>
      </pc:sldChg>
      <pc:sldChg chg="addSp delSp modSp add mod">
        <pc:chgData name="Larry Wu" userId="f3814d5d-bfcd-4f1a-a13f-5ddab7912309" providerId="ADAL" clId="{DD9191B2-2348-5045-8273-2AF0156B3AC8}" dt="2025-10-08T23:09:28.271" v="6850" actId="20577"/>
        <pc:sldMkLst>
          <pc:docMk/>
          <pc:sldMk cId="250858913" sldId="324"/>
        </pc:sldMkLst>
        <pc:picChg chg="mod">
          <ac:chgData name="Larry Wu" userId="f3814d5d-bfcd-4f1a-a13f-5ddab7912309" providerId="ADAL" clId="{DD9191B2-2348-5045-8273-2AF0156B3AC8}" dt="2025-10-08T22:31:19.445" v="6130" actId="1076"/>
          <ac:picMkLst>
            <pc:docMk/>
            <pc:sldMk cId="250858913" sldId="324"/>
            <ac:picMk id="3" creationId="{4005CCDD-E106-13C9-764A-2A26B34E7D8B}"/>
          </ac:picMkLst>
        </pc:picChg>
      </pc:sldChg>
      <pc:sldChg chg="addSp delSp modSp add mod">
        <pc:chgData name="Larry Wu" userId="f3814d5d-bfcd-4f1a-a13f-5ddab7912309" providerId="ADAL" clId="{DD9191B2-2348-5045-8273-2AF0156B3AC8}" dt="2025-10-08T23:06:21.919" v="6827" actId="1076"/>
        <pc:sldMkLst>
          <pc:docMk/>
          <pc:sldMk cId="3843564384" sldId="325"/>
        </pc:sldMkLst>
        <pc:spChg chg="mod">
          <ac:chgData name="Larry Wu" userId="f3814d5d-bfcd-4f1a-a13f-5ddab7912309" providerId="ADAL" clId="{DD9191B2-2348-5045-8273-2AF0156B3AC8}" dt="2025-10-08T22:32:00.729" v="6179" actId="20577"/>
          <ac:spMkLst>
            <pc:docMk/>
            <pc:sldMk cId="3843564384" sldId="325"/>
            <ac:spMk id="2" creationId="{223A9FFE-0DEB-996A-A5CB-94E5763AEFC2}"/>
          </ac:spMkLst>
        </pc:spChg>
        <pc:spChg chg="add mod">
          <ac:chgData name="Larry Wu" userId="f3814d5d-bfcd-4f1a-a13f-5ddab7912309" providerId="ADAL" clId="{DD9191B2-2348-5045-8273-2AF0156B3AC8}" dt="2025-10-08T23:06:21.919" v="6827" actId="1076"/>
          <ac:spMkLst>
            <pc:docMk/>
            <pc:sldMk cId="3843564384" sldId="325"/>
            <ac:spMk id="7" creationId="{B22672E6-89DA-F724-FBE4-7AB0B464225A}"/>
          </ac:spMkLst>
        </pc:spChg>
        <pc:spChg chg="add mod">
          <ac:chgData name="Larry Wu" userId="f3814d5d-bfcd-4f1a-a13f-5ddab7912309" providerId="ADAL" clId="{DD9191B2-2348-5045-8273-2AF0156B3AC8}" dt="2025-10-08T23:06:21.919" v="6827" actId="1076"/>
          <ac:spMkLst>
            <pc:docMk/>
            <pc:sldMk cId="3843564384" sldId="325"/>
            <ac:spMk id="11" creationId="{570DBC63-969F-B4D4-7955-790397A17640}"/>
          </ac:spMkLst>
        </pc:spChg>
        <pc:spChg chg="add mod">
          <ac:chgData name="Larry Wu" userId="f3814d5d-bfcd-4f1a-a13f-5ddab7912309" providerId="ADAL" clId="{DD9191B2-2348-5045-8273-2AF0156B3AC8}" dt="2025-10-08T23:06:21.919" v="6827" actId="1076"/>
          <ac:spMkLst>
            <pc:docMk/>
            <pc:sldMk cId="3843564384" sldId="325"/>
            <ac:spMk id="13" creationId="{8FBFC03C-1982-D62A-B172-56B844A0C405}"/>
          </ac:spMkLst>
        </pc:spChg>
        <pc:spChg chg="add mod">
          <ac:chgData name="Larry Wu" userId="f3814d5d-bfcd-4f1a-a13f-5ddab7912309" providerId="ADAL" clId="{DD9191B2-2348-5045-8273-2AF0156B3AC8}" dt="2025-10-08T23:06:21.919" v="6827" actId="1076"/>
          <ac:spMkLst>
            <pc:docMk/>
            <pc:sldMk cId="3843564384" sldId="325"/>
            <ac:spMk id="14" creationId="{4BF28647-1DC2-E8E4-AB4B-F95397A851BA}"/>
          </ac:spMkLst>
        </pc:spChg>
        <pc:spChg chg="add mod">
          <ac:chgData name="Larry Wu" userId="f3814d5d-bfcd-4f1a-a13f-5ddab7912309" providerId="ADAL" clId="{DD9191B2-2348-5045-8273-2AF0156B3AC8}" dt="2025-10-08T23:06:21.919" v="6827" actId="1076"/>
          <ac:spMkLst>
            <pc:docMk/>
            <pc:sldMk cId="3843564384" sldId="325"/>
            <ac:spMk id="15" creationId="{E5B6B131-0C9E-B17B-9B05-E77FC3D8EAB4}"/>
          </ac:spMkLst>
        </pc:spChg>
        <pc:spChg chg="add mod">
          <ac:chgData name="Larry Wu" userId="f3814d5d-bfcd-4f1a-a13f-5ddab7912309" providerId="ADAL" clId="{DD9191B2-2348-5045-8273-2AF0156B3AC8}" dt="2025-10-08T23:06:21.919" v="6827" actId="1076"/>
          <ac:spMkLst>
            <pc:docMk/>
            <pc:sldMk cId="3843564384" sldId="325"/>
            <ac:spMk id="17" creationId="{BBD3116D-FA13-B3D1-F234-7EFCD7B7AB5D}"/>
          </ac:spMkLst>
        </pc:spChg>
        <pc:spChg chg="add del mod">
          <ac:chgData name="Larry Wu" userId="f3814d5d-bfcd-4f1a-a13f-5ddab7912309" providerId="ADAL" clId="{DD9191B2-2348-5045-8273-2AF0156B3AC8}" dt="2025-10-08T23:06:21.919" v="6827" actId="1076"/>
          <ac:spMkLst>
            <pc:docMk/>
            <pc:sldMk cId="3843564384" sldId="325"/>
            <ac:spMk id="25" creationId="{9D8FA7F3-7A07-0D28-5948-5BB4D26125DC}"/>
          </ac:spMkLst>
        </pc:spChg>
        <pc:spChg chg="add mod">
          <ac:chgData name="Larry Wu" userId="f3814d5d-bfcd-4f1a-a13f-5ddab7912309" providerId="ADAL" clId="{DD9191B2-2348-5045-8273-2AF0156B3AC8}" dt="2025-10-08T23:06:21.919" v="6827" actId="1076"/>
          <ac:spMkLst>
            <pc:docMk/>
            <pc:sldMk cId="3843564384" sldId="325"/>
            <ac:spMk id="26" creationId="{85A6B98C-F844-16FE-C93E-F0DA20C6FEE8}"/>
          </ac:spMkLst>
        </pc:spChg>
        <pc:spChg chg="add mod">
          <ac:chgData name="Larry Wu" userId="f3814d5d-bfcd-4f1a-a13f-5ddab7912309" providerId="ADAL" clId="{DD9191B2-2348-5045-8273-2AF0156B3AC8}" dt="2025-10-08T23:06:21.919" v="6827" actId="1076"/>
          <ac:spMkLst>
            <pc:docMk/>
            <pc:sldMk cId="3843564384" sldId="325"/>
            <ac:spMk id="27" creationId="{5EE13A1A-3675-6001-B68B-40399F7F89BB}"/>
          </ac:spMkLst>
        </pc:spChg>
        <pc:picChg chg="add mod">
          <ac:chgData name="Larry Wu" userId="f3814d5d-bfcd-4f1a-a13f-5ddab7912309" providerId="ADAL" clId="{DD9191B2-2348-5045-8273-2AF0156B3AC8}" dt="2025-10-08T23:06:21.919" v="6827" actId="1076"/>
          <ac:picMkLst>
            <pc:docMk/>
            <pc:sldMk cId="3843564384" sldId="325"/>
            <ac:picMk id="22" creationId="{3568E6F6-8B65-C58F-81B9-F9165E05A424}"/>
          </ac:picMkLst>
        </pc:picChg>
        <pc:picChg chg="add mod">
          <ac:chgData name="Larry Wu" userId="f3814d5d-bfcd-4f1a-a13f-5ddab7912309" providerId="ADAL" clId="{DD9191B2-2348-5045-8273-2AF0156B3AC8}" dt="2025-10-08T22:52:44.756" v="6306" actId="1076"/>
          <ac:picMkLst>
            <pc:docMk/>
            <pc:sldMk cId="3843564384" sldId="325"/>
            <ac:picMk id="23" creationId="{286EBC3A-1A71-AED6-CD54-79B733E0F802}"/>
          </ac:picMkLst>
        </pc:picChg>
        <pc:picChg chg="add mod">
          <ac:chgData name="Larry Wu" userId="f3814d5d-bfcd-4f1a-a13f-5ddab7912309" providerId="ADAL" clId="{DD9191B2-2348-5045-8273-2AF0156B3AC8}" dt="2025-10-08T23:06:04.650" v="6826" actId="1076"/>
          <ac:picMkLst>
            <pc:docMk/>
            <pc:sldMk cId="3843564384" sldId="325"/>
            <ac:picMk id="24" creationId="{DF7AF268-B118-C818-9381-0DCF8307B1D6}"/>
          </ac:picMkLst>
        </pc:picChg>
      </pc:sldChg>
    </pc:docChg>
  </pc:docChgLst>
  <pc:docChgLst>
    <pc:chgData name="Annie Lee" userId="S::a363lee@uwaterloo.ca::bb6e6f62-aef3-46b6-9d7b-c0d5f924feb3" providerId="AD" clId="Web-{271E37D8-4029-1D7F-F8D9-5B16E8685D75}"/>
    <pc:docChg chg="modSld">
      <pc:chgData name="Annie Lee" userId="S::a363lee@uwaterloo.ca::bb6e6f62-aef3-46b6-9d7b-c0d5f924feb3" providerId="AD" clId="Web-{271E37D8-4029-1D7F-F8D9-5B16E8685D75}" dt="2025-10-22T01:03:52.216" v="91"/>
      <pc:docMkLst>
        <pc:docMk/>
      </pc:docMkLst>
      <pc:sldChg chg="modNotes">
        <pc:chgData name="Annie Lee" userId="S::a363lee@uwaterloo.ca::bb6e6f62-aef3-46b6-9d7b-c0d5f924feb3" providerId="AD" clId="Web-{271E37D8-4029-1D7F-F8D9-5B16E8685D75}" dt="2025-10-22T01:02:32.371" v="36"/>
        <pc:sldMkLst>
          <pc:docMk/>
          <pc:sldMk cId="114863653" sldId="256"/>
        </pc:sldMkLst>
      </pc:sldChg>
      <pc:sldChg chg="modNotes">
        <pc:chgData name="Annie Lee" userId="S::a363lee@uwaterloo.ca::bb6e6f62-aef3-46b6-9d7b-c0d5f924feb3" providerId="AD" clId="Web-{271E37D8-4029-1D7F-F8D9-5B16E8685D75}" dt="2025-10-22T01:02:21.480" v="26"/>
        <pc:sldMkLst>
          <pc:docMk/>
          <pc:sldMk cId="2736934820" sldId="261"/>
        </pc:sldMkLst>
      </pc:sldChg>
      <pc:sldChg chg="modNotes">
        <pc:chgData name="Annie Lee" userId="S::a363lee@uwaterloo.ca::bb6e6f62-aef3-46b6-9d7b-c0d5f924feb3" providerId="AD" clId="Web-{271E37D8-4029-1D7F-F8D9-5B16E8685D75}" dt="2025-10-22T01:02:14.230" v="23"/>
        <pc:sldMkLst>
          <pc:docMk/>
          <pc:sldMk cId="3765031360" sldId="262"/>
        </pc:sldMkLst>
      </pc:sldChg>
      <pc:sldChg chg="modNotes">
        <pc:chgData name="Annie Lee" userId="S::a363lee@uwaterloo.ca::bb6e6f62-aef3-46b6-9d7b-c0d5f924feb3" providerId="AD" clId="Web-{271E37D8-4029-1D7F-F8D9-5B16E8685D75}" dt="2025-10-22T01:02:44.903" v="43"/>
        <pc:sldMkLst>
          <pc:docMk/>
          <pc:sldMk cId="443207280" sldId="263"/>
        </pc:sldMkLst>
      </pc:sldChg>
      <pc:sldChg chg="modNotes">
        <pc:chgData name="Annie Lee" userId="S::a363lee@uwaterloo.ca::bb6e6f62-aef3-46b6-9d7b-c0d5f924feb3" providerId="AD" clId="Web-{271E37D8-4029-1D7F-F8D9-5B16E8685D75}" dt="2025-10-22T01:03:24.950" v="67"/>
        <pc:sldMkLst>
          <pc:docMk/>
          <pc:sldMk cId="500272498" sldId="264"/>
        </pc:sldMkLst>
      </pc:sldChg>
      <pc:sldChg chg="modNotes">
        <pc:chgData name="Annie Lee" userId="S::a363lee@uwaterloo.ca::bb6e6f62-aef3-46b6-9d7b-c0d5f924feb3" providerId="AD" clId="Web-{271E37D8-4029-1D7F-F8D9-5B16E8685D75}" dt="2025-10-22T01:03:52.216" v="91"/>
        <pc:sldMkLst>
          <pc:docMk/>
          <pc:sldMk cId="3895099228" sldId="272"/>
        </pc:sldMkLst>
      </pc:sldChg>
      <pc:sldChg chg="modNotes">
        <pc:chgData name="Annie Lee" userId="S::a363lee@uwaterloo.ca::bb6e6f62-aef3-46b6-9d7b-c0d5f924feb3" providerId="AD" clId="Web-{271E37D8-4029-1D7F-F8D9-5B16E8685D75}" dt="2025-10-22T01:03:14.903" v="60"/>
        <pc:sldMkLst>
          <pc:docMk/>
          <pc:sldMk cId="367199314" sldId="303"/>
        </pc:sldMkLst>
      </pc:sldChg>
      <pc:sldChg chg="modNotes">
        <pc:chgData name="Annie Lee" userId="S::a363lee@uwaterloo.ca::bb6e6f62-aef3-46b6-9d7b-c0d5f924feb3" providerId="AD" clId="Web-{271E37D8-4029-1D7F-F8D9-5B16E8685D75}" dt="2025-10-22T01:02:57.137" v="46"/>
        <pc:sldMkLst>
          <pc:docMk/>
          <pc:sldMk cId="1902887515" sldId="304"/>
        </pc:sldMkLst>
      </pc:sldChg>
      <pc:sldChg chg="modNotes">
        <pc:chgData name="Annie Lee" userId="S::a363lee@uwaterloo.ca::bb6e6f62-aef3-46b6-9d7b-c0d5f924feb3" providerId="AD" clId="Web-{271E37D8-4029-1D7F-F8D9-5B16E8685D75}" dt="2025-10-22T01:01:52.527" v="2"/>
        <pc:sldMkLst>
          <pc:docMk/>
          <pc:sldMk cId="3044220032" sldId="309"/>
        </pc:sldMkLst>
      </pc:sldChg>
      <pc:sldChg chg="modNotes">
        <pc:chgData name="Annie Lee" userId="S::a363lee@uwaterloo.ca::bb6e6f62-aef3-46b6-9d7b-c0d5f924feb3" providerId="AD" clId="Web-{271E37D8-4029-1D7F-F8D9-5B16E8685D75}" dt="2025-10-22T01:03:07.012" v="53"/>
        <pc:sldMkLst>
          <pc:docMk/>
          <pc:sldMk cId="753721336" sldId="313"/>
        </pc:sldMkLst>
      </pc:sldChg>
      <pc:sldChg chg="modNotes">
        <pc:chgData name="Annie Lee" userId="S::a363lee@uwaterloo.ca::bb6e6f62-aef3-46b6-9d7b-c0d5f924feb3" providerId="AD" clId="Web-{271E37D8-4029-1D7F-F8D9-5B16E8685D75}" dt="2025-10-22T01:02:11.152" v="21"/>
        <pc:sldMkLst>
          <pc:docMk/>
          <pc:sldMk cId="3252961871" sldId="323"/>
        </pc:sldMkLst>
      </pc:sldChg>
      <pc:sldChg chg="modNotes">
        <pc:chgData name="Annie Lee" userId="S::a363lee@uwaterloo.ca::bb6e6f62-aef3-46b6-9d7b-c0d5f924feb3" providerId="AD" clId="Web-{271E37D8-4029-1D7F-F8D9-5B16E8685D75}" dt="2025-10-22T01:02:24.793" v="29"/>
        <pc:sldMkLst>
          <pc:docMk/>
          <pc:sldMk cId="250858913" sldId="324"/>
        </pc:sldMkLst>
      </pc:sldChg>
      <pc:sldChg chg="modNotes">
        <pc:chgData name="Annie Lee" userId="S::a363lee@uwaterloo.ca::bb6e6f62-aef3-46b6-9d7b-c0d5f924feb3" providerId="AD" clId="Web-{271E37D8-4029-1D7F-F8D9-5B16E8685D75}" dt="2025-10-22T01:01:58.027" v="8"/>
        <pc:sldMkLst>
          <pc:docMk/>
          <pc:sldMk cId="3843564384" sldId="325"/>
        </pc:sldMkLst>
      </pc:sldChg>
      <pc:sldChg chg="modNotes">
        <pc:chgData name="Annie Lee" userId="S::a363lee@uwaterloo.ca::bb6e6f62-aef3-46b6-9d7b-c0d5f924feb3" providerId="AD" clId="Web-{271E37D8-4029-1D7F-F8D9-5B16E8685D75}" dt="2025-10-22T01:03:43.857" v="86"/>
        <pc:sldMkLst>
          <pc:docMk/>
          <pc:sldMk cId="273542913" sldId="326"/>
        </pc:sldMkLst>
      </pc:sldChg>
    </pc:docChg>
  </pc:docChgLst>
  <pc:docChgLst>
    <pc:chgData name="Larry Wu" userId="S::l233wu@uwaterloo.ca::f3814d5d-bfcd-4f1a-a13f-5ddab7912309" providerId="AD" clId="Web-{3FBD6486-5ED5-2F97-E71D-0D6CB05BB082}"/>
    <pc:docChg chg="modSld">
      <pc:chgData name="Larry Wu" userId="S::l233wu@uwaterloo.ca::f3814d5d-bfcd-4f1a-a13f-5ddab7912309" providerId="AD" clId="Web-{3FBD6486-5ED5-2F97-E71D-0D6CB05BB082}" dt="2025-09-23T16:29:40.792" v="6" actId="1076"/>
      <pc:docMkLst>
        <pc:docMk/>
      </pc:docMkLst>
      <pc:sldChg chg="addSp delSp modSp">
        <pc:chgData name="Larry Wu" userId="S::l233wu@uwaterloo.ca::f3814d5d-bfcd-4f1a-a13f-5ddab7912309" providerId="AD" clId="Web-{3FBD6486-5ED5-2F97-E71D-0D6CB05BB082}" dt="2025-09-23T16:29:40.792" v="6" actId="1076"/>
        <pc:sldMkLst>
          <pc:docMk/>
          <pc:sldMk cId="3044220032" sldId="309"/>
        </pc:sldMkLst>
      </pc:sldChg>
    </pc:docChg>
  </pc:docChgLst>
  <pc:docChgLst>
    <pc:chgData name="Annie Lee" userId="S::a363lee@uwaterloo.ca::bb6e6f62-aef3-46b6-9d7b-c0d5f924feb3" providerId="AD" clId="Web-{85B5F295-0A77-7995-45BF-CF1C98766A59}"/>
    <pc:docChg chg="modSld">
      <pc:chgData name="Annie Lee" userId="S::a363lee@uwaterloo.ca::bb6e6f62-aef3-46b6-9d7b-c0d5f924feb3" providerId="AD" clId="Web-{85B5F295-0A77-7995-45BF-CF1C98766A59}" dt="2025-09-24T15:18:09.051" v="8"/>
      <pc:docMkLst>
        <pc:docMk/>
      </pc:docMkLst>
      <pc:sldChg chg="modSp modNotes">
        <pc:chgData name="Annie Lee" userId="S::a363lee@uwaterloo.ca::bb6e6f62-aef3-46b6-9d7b-c0d5f924feb3" providerId="AD" clId="Web-{85B5F295-0A77-7995-45BF-CF1C98766A59}" dt="2025-09-24T15:18:09.051" v="8"/>
        <pc:sldMkLst>
          <pc:docMk/>
          <pc:sldMk cId="367199314" sldId="303"/>
        </pc:sldMkLst>
        <pc:graphicFrameChg chg="mod modGraphic">
          <ac:chgData name="Annie Lee" userId="S::a363lee@uwaterloo.ca::bb6e6f62-aef3-46b6-9d7b-c0d5f924feb3" providerId="AD" clId="Web-{85B5F295-0A77-7995-45BF-CF1C98766A59}" dt="2025-09-24T15:18:09.051" v="8"/>
          <ac:graphicFrameMkLst>
            <pc:docMk/>
            <pc:sldMk cId="367199314" sldId="303"/>
            <ac:graphicFrameMk id="5" creationId="{A905EEC4-3011-CC2E-A70A-4A2354E09C2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Fran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80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Fran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79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Fran (3'27)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34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Waris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75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Waris(4'30)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52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Angad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79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Angad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82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Angad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02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Angad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92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Angad (8'50)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03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Waris (9'25)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28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Larry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03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Larry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26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Larry(10'34)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6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10/21/2025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10/21/2025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10/21/2025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10/21/2025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10/21/2025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031" y="621192"/>
            <a:ext cx="8445933" cy="2873987"/>
          </a:xfrm>
        </p:spPr>
        <p:txBody>
          <a:bodyPr anchor="b">
            <a:normAutofit/>
          </a:bodyPr>
          <a:lstStyle/>
          <a:p>
            <a:r>
              <a:rPr lang="en-US" sz="4800"/>
              <a:t>Preliminary Design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031" y="3161905"/>
            <a:ext cx="5486243" cy="666549"/>
          </a:xfrm>
        </p:spPr>
        <p:txBody>
          <a:bodyPr vert="horz" lIns="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</a:pPr>
            <a:r>
              <a:rPr lang="en-US" sz="1600"/>
              <a:t>Group 23 - Angad, Annie, Francisco, Larry, Waris</a:t>
            </a:r>
          </a:p>
        </p:txBody>
      </p:sp>
      <p:sp>
        <p:nvSpPr>
          <p:cNvPr id="1035" name="Slide Number Placeholder 5">
            <a:extLst>
              <a:ext uri="{FF2B5EF4-FFF2-40B4-BE49-F238E27FC236}">
                <a16:creationId xmlns:a16="http://schemas.microsoft.com/office/drawing/2014/main" id="{D1059D00-E606-A707-2F9D-0EA9D2B1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/>
          <a:p>
            <a:pPr>
              <a:spcAft>
                <a:spcPts val="600"/>
              </a:spcAft>
            </a:pPr>
            <a:fld id="{93005692-73BE-493E-93AB-ECD6027A7652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10" name="Date Placeholder 9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9/20/2024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NEEDS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882" y="1232256"/>
            <a:ext cx="11569729" cy="18281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 rtl="0" fontAlgn="base">
              <a:buNone/>
            </a:pPr>
            <a:r>
              <a:rPr lang="en-US" sz="2000" b="1" i="0" u="none" strike="noStrike">
                <a:solidFill>
                  <a:srgbClr val="000000"/>
                </a:solidFill>
                <a:effectLst/>
                <a:ea typeface="Calibri"/>
                <a:cs typeface="Calibri"/>
              </a:rPr>
              <a:t>Needs Statement: </a:t>
            </a:r>
            <a:r>
              <a:rPr lang="en-US" sz="2000" b="0" i="0">
                <a:solidFill>
                  <a:srgbClr val="000000"/>
                </a:solidFill>
                <a:effectLst/>
                <a:ea typeface="Calibri"/>
                <a:cs typeface="Calibri"/>
              </a:rPr>
              <a:t>​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ea typeface="Calibri"/>
                <a:cs typeface="Calibri"/>
              </a:rPr>
              <a:t>Industrial and building systems require a safe, cost-effective and reliable method to remove mineral scale build-up from </a:t>
            </a:r>
            <a:r>
              <a:rPr lang="en-US" sz="1800"/>
              <a:t>⌀</a:t>
            </a:r>
            <a:r>
              <a:rPr lang="en-US" sz="1800">
                <a:solidFill>
                  <a:srgbClr val="000000"/>
                </a:solidFill>
                <a:ea typeface="Calibri"/>
                <a:cs typeface="Calibri"/>
              </a:rPr>
              <a:t>100-150mm pipes, where existing solutions such as chemical cleaning, pigging, and jetting are either hazardous, resource intensive or ineffective at hard deposits. </a:t>
            </a:r>
            <a:endParaRPr lang="en-US" sz="1800"/>
          </a:p>
          <a:p>
            <a:pPr marL="0" indent="0" fontAlgn="base">
              <a:buNone/>
            </a:pPr>
            <a:endParaRPr lang="en-US" sz="1800" b="0" i="0">
              <a:solidFill>
                <a:srgbClr val="000000"/>
              </a:solidFill>
              <a:effectLst/>
              <a:cs typeface="Times New Roman"/>
            </a:endParaRPr>
          </a:p>
          <a:p>
            <a:pPr marL="0" indent="0" algn="l" rtl="0" fontAlgn="base">
              <a:buNone/>
            </a:pPr>
            <a:endParaRPr lang="en-US" b="0" i="0">
              <a:solidFill>
                <a:srgbClr val="000000"/>
              </a:solidFill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F7A6A6-D88B-16A1-5A8E-430FD20604F4}"/>
              </a:ext>
            </a:extLst>
          </p:cNvPr>
          <p:cNvSpPr txBox="1">
            <a:spLocks/>
          </p:cNvSpPr>
          <p:nvPr/>
        </p:nvSpPr>
        <p:spPr>
          <a:xfrm>
            <a:off x="308520" y="3577905"/>
            <a:ext cx="11569729" cy="18042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r>
              <a:rPr lang="en-US" sz="2000" b="1">
                <a:solidFill>
                  <a:srgbClr val="000000"/>
                </a:solidFill>
                <a:ea typeface="Calibri"/>
                <a:cs typeface="Calibri"/>
              </a:rPr>
              <a:t>Problem Definition: </a:t>
            </a:r>
            <a:r>
              <a:rPr lang="en-US" sz="2000">
                <a:solidFill>
                  <a:srgbClr val="000000"/>
                </a:solidFill>
                <a:ea typeface="Calibri"/>
                <a:cs typeface="Calibri"/>
              </a:rPr>
              <a:t>​</a:t>
            </a:r>
            <a:endParaRPr lang="en-US"/>
          </a:p>
          <a:p>
            <a:pPr marL="0" indent="0">
              <a:buFont typeface="Wingdings" charset="2"/>
              <a:buNone/>
            </a:pPr>
            <a:r>
              <a:rPr lang="en-US" sz="1800">
                <a:solidFill>
                  <a:srgbClr val="000000"/>
                </a:solidFill>
                <a:ea typeface="Calibri"/>
                <a:cs typeface="Calibri"/>
              </a:rPr>
              <a:t>Design a low-cost robotic system that can navigate </a:t>
            </a:r>
            <a:r>
              <a:rPr lang="en-US" sz="1800">
                <a:solidFill>
                  <a:srgbClr val="000000"/>
                </a:solidFill>
                <a:cs typeface="Times New Roman"/>
              </a:rPr>
              <a:t>⌀</a:t>
            </a:r>
            <a:r>
              <a:rPr lang="en-US" sz="1800">
                <a:solidFill>
                  <a:srgbClr val="000000"/>
                </a:solidFill>
                <a:ea typeface="Calibri"/>
                <a:cs typeface="Calibri"/>
              </a:rPr>
              <a:t>100-150mm pipe, mechanically remove scale and improve flow performance while being able to adapt to varying pipe sizes and geometries. </a:t>
            </a:r>
            <a:endParaRPr lang="en-US" sz="1800">
              <a:solidFill>
                <a:srgbClr val="000000"/>
              </a:solidFill>
              <a:cs typeface="Times New Roman"/>
            </a:endParaRPr>
          </a:p>
          <a:p>
            <a:pPr marL="0" indent="0" fontAlgn="base">
              <a:buFont typeface="Wingdings" charset="2"/>
              <a:buNone/>
            </a:pPr>
            <a:r>
              <a:rPr lang="en-US" sz="1800">
                <a:solidFill>
                  <a:srgbClr val="000000"/>
                </a:solidFill>
                <a:cs typeface="Times New Roman"/>
              </a:rPr>
              <a:t>​</a:t>
            </a:r>
            <a:endParaRPr lang="en-US">
              <a:solidFill>
                <a:srgbClr val="000000"/>
              </a:solidFill>
              <a:cs typeface="Times New Roman"/>
            </a:endParaRPr>
          </a:p>
          <a:p>
            <a:pPr marL="0" indent="0" fontAlgn="base">
              <a:buFont typeface="Wingdings" charset="2"/>
              <a:buNone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2072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16F5-89C4-FEC7-BCB8-4D4276635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AC2B-7D84-E475-567D-145C4667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SPECS: Objectives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F3238-A640-29BD-BB38-1EB2E053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83DA808-E7BB-3D78-22DF-A34A992AE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31D875-B343-BC6B-BF03-3EB9C08D5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767657"/>
              </p:ext>
            </p:extLst>
          </p:nvPr>
        </p:nvGraphicFramePr>
        <p:xfrm>
          <a:off x="407400" y="1241687"/>
          <a:ext cx="11377200" cy="4886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11">
                  <a:extLst>
                    <a:ext uri="{9D8B030D-6E8A-4147-A177-3AD203B41FA5}">
                      <a16:colId xmlns:a16="http://schemas.microsoft.com/office/drawing/2014/main" val="2628884206"/>
                    </a:ext>
                  </a:extLst>
                </a:gridCol>
                <a:gridCol w="1490272">
                  <a:extLst>
                    <a:ext uri="{9D8B030D-6E8A-4147-A177-3AD203B41FA5}">
                      <a16:colId xmlns:a16="http://schemas.microsoft.com/office/drawing/2014/main" val="1041720122"/>
                    </a:ext>
                  </a:extLst>
                </a:gridCol>
                <a:gridCol w="1871623">
                  <a:extLst>
                    <a:ext uri="{9D8B030D-6E8A-4147-A177-3AD203B41FA5}">
                      <a16:colId xmlns:a16="http://schemas.microsoft.com/office/drawing/2014/main" val="1581343405"/>
                    </a:ext>
                  </a:extLst>
                </a:gridCol>
                <a:gridCol w="4952094">
                  <a:extLst>
                    <a:ext uri="{9D8B030D-6E8A-4147-A177-3AD203B41FA5}">
                      <a16:colId xmlns:a16="http://schemas.microsoft.com/office/drawing/2014/main" val="3098871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Objectives​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Unit of 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1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Pipe diameter 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≤⌀90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425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Water sealed electronic enclosure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IP54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Solids (5): Dust protection</a:t>
                      </a:r>
                    </a:p>
                    <a:p>
                      <a:r>
                        <a:rPr lang="en-US"/>
                        <a:t>Liquids (4): splashing water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251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Navigation of bends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Degrees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64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T-Junction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≥80% success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%Trials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Ability to enter branch on 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46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Scale removal 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≥</a:t>
                      </a:r>
                      <a:r>
                        <a:rPr lang="en-US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Removal of </a:t>
                      </a:r>
                      <a:r>
                        <a:rPr lang="en-CA" sz="1800" b="0" i="0" u="none" strike="noStrike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CaCO</a:t>
                      </a:r>
                      <a:r>
                        <a:rPr lang="en-CA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₃/rust deposits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35268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Georgia"/>
                        </a:rPr>
                        <a:t>≤750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University allocated 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81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Traction/adhesion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≥</a:t>
                      </a:r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Maintain grip while engaged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799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Movement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≥</a:t>
                      </a:r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travel without stalling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8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&lt;20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Lightweight for retrieval and mobility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44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Live video transmission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480p, 10fps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pixels,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Assists in operator navigation of pipe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0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72133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F6A3-DB21-F959-585B-CC8B5BB8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52B38-968F-2CFC-14A8-548F7928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DESIGN SPECS: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BA814-8C0C-76D1-D802-5B42149F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7B502DD-B9EF-A671-5753-B9D19905C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FA936D-D07E-3573-397C-BB3592F7F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592078"/>
              </p:ext>
            </p:extLst>
          </p:nvPr>
        </p:nvGraphicFramePr>
        <p:xfrm>
          <a:off x="259883" y="2316480"/>
          <a:ext cx="11569729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4430">
                  <a:extLst>
                    <a:ext uri="{9D8B030D-6E8A-4147-A177-3AD203B41FA5}">
                      <a16:colId xmlns:a16="http://schemas.microsoft.com/office/drawing/2014/main" val="2628564909"/>
                    </a:ext>
                  </a:extLst>
                </a:gridCol>
                <a:gridCol w="8065299">
                  <a:extLst>
                    <a:ext uri="{9D8B030D-6E8A-4147-A177-3AD203B41FA5}">
                      <a16:colId xmlns:a16="http://schemas.microsoft.com/office/drawing/2014/main" val="2129901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91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Size/Operation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The system must fit within ⌀100mm inner pipe diameter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The system must operate reliably in wet conditions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9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Cleaning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The system must mechanically remove &gt;50% of simulated mineral scale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The system must complete one cleaning cycle without permanent pipe damage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395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Safety &amp;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The system must be retrievable via tether in the event of power loss or failure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551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Monitoring &amp;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The system must transmit live video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898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88751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C4E0C-AF9A-24D1-46E9-126A736A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0C39-9B00-5248-981A-9DCD39ED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SPECS: Criteria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AEE1A-3F4E-61E9-3C1A-DEEF0947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05EEC4-3011-CC2E-A70A-4A2354E09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779917"/>
              </p:ext>
            </p:extLst>
          </p:nvPr>
        </p:nvGraphicFramePr>
        <p:xfrm>
          <a:off x="2037094" y="1519606"/>
          <a:ext cx="8015305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229">
                  <a:extLst>
                    <a:ext uri="{9D8B030D-6E8A-4147-A177-3AD203B41FA5}">
                      <a16:colId xmlns:a16="http://schemas.microsoft.com/office/drawing/2014/main" val="2628884206"/>
                    </a:ext>
                  </a:extLst>
                </a:gridCol>
                <a:gridCol w="5869076">
                  <a:extLst>
                    <a:ext uri="{9D8B030D-6E8A-4147-A177-3AD203B41FA5}">
                      <a16:colId xmlns:a16="http://schemas.microsoft.com/office/drawing/2014/main" val="3098871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1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Size of robot must be small enough to fit comfortably in ⌀90mm pipes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425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Light weight robot allows for easy 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251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Move as efficient as a water jetting machine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64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Overall cost of the solution must be within 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46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Manufacturability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Minimal number of parts and simple 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35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Waterproofing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Work in damp/water splashing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799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Ability to move smoothly within pipes, including bends and junctions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8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Durability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Resistance to abrasion, chemicals, moisture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44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Ability to clean without damaging pipe walls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0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9931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0F2FE-92CD-0FEB-2718-B1C8FA2A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EC76B-012B-9C10-71DB-3FD35C7D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05CCDD-E106-13C9-764A-2A26B34E7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392" y="899726"/>
            <a:ext cx="6499965" cy="516792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C4681DD-4AED-A793-72F5-249DDF67AB92}"/>
              </a:ext>
            </a:extLst>
          </p:cNvPr>
          <p:cNvSpPr txBox="1">
            <a:spLocks/>
          </p:cNvSpPr>
          <p:nvPr/>
        </p:nvSpPr>
        <p:spPr>
          <a:xfrm>
            <a:off x="202733" y="6246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Morphological</a:t>
            </a:r>
          </a:p>
          <a:p>
            <a:r>
              <a:rPr lang="en-US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250858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flip dir="r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wheel&#10;&#10;AI-generated content may be incorrect.">
            <a:extLst>
              <a:ext uri="{FF2B5EF4-FFF2-40B4-BE49-F238E27FC236}">
                <a16:creationId xmlns:a16="http://schemas.microsoft.com/office/drawing/2014/main" id="{311B728C-1C71-4953-5400-A11849E01C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85" r="-93" b="-93"/>
          <a:stretch>
            <a:fillRect/>
          </a:stretch>
        </p:blipFill>
        <p:spPr>
          <a:xfrm>
            <a:off x="2687146" y="1066414"/>
            <a:ext cx="6091406" cy="561897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15BF19E-4DEA-B13D-9E98-3EB839823672}"/>
              </a:ext>
            </a:extLst>
          </p:cNvPr>
          <p:cNvSpPr txBox="1">
            <a:spLocks/>
          </p:cNvSpPr>
          <p:nvPr/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Four-bar linkage tank drive</a:t>
            </a:r>
          </a:p>
        </p:txBody>
      </p:sp>
    </p:spTree>
    <p:extLst>
      <p:ext uri="{BB962C8B-B14F-4D97-AF65-F5344CB8AC3E}">
        <p14:creationId xmlns:p14="http://schemas.microsoft.com/office/powerpoint/2010/main" val="2736934820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DD2FC-006C-6F99-0D2D-FEFAA624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icycle&#10;&#10;AI-generated content may be incorrect.">
            <a:extLst>
              <a:ext uri="{FF2B5EF4-FFF2-40B4-BE49-F238E27FC236}">
                <a16:creationId xmlns:a16="http://schemas.microsoft.com/office/drawing/2014/main" id="{27F8832A-7C7F-7031-B517-928F256DA0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83" r="74" b="-86"/>
          <a:stretch>
            <a:fillRect/>
          </a:stretch>
        </p:blipFill>
        <p:spPr>
          <a:xfrm>
            <a:off x="3335309" y="874598"/>
            <a:ext cx="6435781" cy="510880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FC07C65-82B4-DE11-5264-5E7B8ABCAE91}"/>
              </a:ext>
            </a:extLst>
          </p:cNvPr>
          <p:cNvSpPr txBox="1">
            <a:spLocks/>
          </p:cNvSpPr>
          <p:nvPr/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Spring loaded tank drive</a:t>
            </a:r>
          </a:p>
        </p:txBody>
      </p:sp>
    </p:spTree>
    <p:extLst>
      <p:ext uri="{BB962C8B-B14F-4D97-AF65-F5344CB8AC3E}">
        <p14:creationId xmlns:p14="http://schemas.microsoft.com/office/powerpoint/2010/main" val="3765031360"/>
      </p:ext>
    </p:extLst>
  </p:cSld>
  <p:clrMapOvr>
    <a:masterClrMapping/>
  </p:clrMapOvr>
  <p:transition spd="slow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13ACF8BF-BE2B-2501-5CB7-613333A43E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581" r="74" b="-86"/>
          <a:stretch>
            <a:fillRect/>
          </a:stretch>
        </p:blipFill>
        <p:spPr>
          <a:xfrm>
            <a:off x="2804367" y="828598"/>
            <a:ext cx="6583265" cy="520080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93C84AA-E2C0-35CF-31B7-59E922769E82}"/>
              </a:ext>
            </a:extLst>
          </p:cNvPr>
          <p:cNvSpPr txBox="1">
            <a:spLocks/>
          </p:cNvSpPr>
          <p:nvPr/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V-splay drive</a:t>
            </a:r>
          </a:p>
        </p:txBody>
      </p:sp>
    </p:spTree>
    <p:extLst>
      <p:ext uri="{BB962C8B-B14F-4D97-AF65-F5344CB8AC3E}">
        <p14:creationId xmlns:p14="http://schemas.microsoft.com/office/powerpoint/2010/main" val="3252961871"/>
      </p:ext>
    </p:extLst>
  </p:cSld>
  <p:clrMapOvr>
    <a:masterClrMapping/>
  </p:clrMapOvr>
  <p:transition spd="slow">
    <p:push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0EF5257-49B2-2A2E-5B0E-8868F105A58F}"/>
              </a:ext>
            </a:extLst>
          </p:cNvPr>
          <p:cNvGrpSpPr/>
          <p:nvPr/>
        </p:nvGrpSpPr>
        <p:grpSpPr>
          <a:xfrm>
            <a:off x="2165397" y="573974"/>
            <a:ext cx="7069518" cy="5572734"/>
            <a:chOff x="2561241" y="583870"/>
            <a:chExt cx="7069518" cy="5572734"/>
          </a:xfrm>
        </p:grpSpPr>
        <p:pic>
          <p:nvPicPr>
            <p:cNvPr id="5" name="Picture 4" descr="A diagram of a spider&#10;&#10;AI-generated content may be incorrect.">
              <a:extLst>
                <a:ext uri="{FF2B5EF4-FFF2-40B4-BE49-F238E27FC236}">
                  <a16:creationId xmlns:a16="http://schemas.microsoft.com/office/drawing/2014/main" id="{73103BB8-5D6F-3DD1-86A1-AF6BEA653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3080" r="64" b="-86"/>
            <a:stretch>
              <a:fillRect/>
            </a:stretch>
          </p:blipFill>
          <p:spPr>
            <a:xfrm>
              <a:off x="2561241" y="701396"/>
              <a:ext cx="7069518" cy="5455208"/>
            </a:xfrm>
            <a:prstGeom prst="rect">
              <a:avLst/>
            </a:prstGeom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C5B2560-5A6A-10DC-9C30-3AA021422ED2}"/>
                </a:ext>
              </a:extLst>
            </p:cNvPr>
            <p:cNvSpPr/>
            <p:nvPr/>
          </p:nvSpPr>
          <p:spPr>
            <a:xfrm>
              <a:off x="3364674" y="583870"/>
              <a:ext cx="1622961" cy="7916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27384D85-DAF7-733E-BDAF-D6A0D737E51D}"/>
              </a:ext>
            </a:extLst>
          </p:cNvPr>
          <p:cNvSpPr txBox="1">
            <a:spLocks/>
          </p:cNvSpPr>
          <p:nvPr/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Spider</a:t>
            </a:r>
          </a:p>
        </p:txBody>
      </p:sp>
    </p:spTree>
    <p:extLst>
      <p:ext uri="{BB962C8B-B14F-4D97-AF65-F5344CB8AC3E}">
        <p14:creationId xmlns:p14="http://schemas.microsoft.com/office/powerpoint/2010/main" val="500272498"/>
      </p:ext>
    </p:extLst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017A8-73D8-6197-A27E-E6E662EB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AA216F-E41B-BB58-52A2-863F7DE6D3F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PAGE  </a:t>
            </a:r>
            <a:fld id="{93005692-73BE-493E-93AB-ECD6027A7652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F2E7B-80C4-A717-F0BE-1B07E7B87451}"/>
              </a:ext>
            </a:extLst>
          </p:cNvPr>
          <p:cNvSpPr txBox="1"/>
          <p:nvPr/>
        </p:nvSpPr>
        <p:spPr>
          <a:xfrm>
            <a:off x="259883" y="434108"/>
            <a:ext cx="7046081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cap="all" spc="50" baseline="0">
                <a:latin typeface="+mj-lt"/>
                <a:ea typeface="+mj-ea"/>
                <a:cs typeface="+mj-cs"/>
              </a:rPr>
              <a:t>Design Matrix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7F684C-8B5B-3D2A-E266-27588E018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511160"/>
              </p:ext>
            </p:extLst>
          </p:nvPr>
        </p:nvGraphicFramePr>
        <p:xfrm>
          <a:off x="713833" y="1552745"/>
          <a:ext cx="10764334" cy="4269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1538">
                  <a:extLst>
                    <a:ext uri="{9D8B030D-6E8A-4147-A177-3AD203B41FA5}">
                      <a16:colId xmlns:a16="http://schemas.microsoft.com/office/drawing/2014/main" val="2153430781"/>
                    </a:ext>
                  </a:extLst>
                </a:gridCol>
                <a:gridCol w="835008">
                  <a:extLst>
                    <a:ext uri="{9D8B030D-6E8A-4147-A177-3AD203B41FA5}">
                      <a16:colId xmlns:a16="http://schemas.microsoft.com/office/drawing/2014/main" val="3354969037"/>
                    </a:ext>
                  </a:extLst>
                </a:gridCol>
                <a:gridCol w="980227">
                  <a:extLst>
                    <a:ext uri="{9D8B030D-6E8A-4147-A177-3AD203B41FA5}">
                      <a16:colId xmlns:a16="http://schemas.microsoft.com/office/drawing/2014/main" val="4162963692"/>
                    </a:ext>
                  </a:extLst>
                </a:gridCol>
                <a:gridCol w="1347809">
                  <a:extLst>
                    <a:ext uri="{9D8B030D-6E8A-4147-A177-3AD203B41FA5}">
                      <a16:colId xmlns:a16="http://schemas.microsoft.com/office/drawing/2014/main" val="786659233"/>
                    </a:ext>
                  </a:extLst>
                </a:gridCol>
                <a:gridCol w="857698">
                  <a:extLst>
                    <a:ext uri="{9D8B030D-6E8A-4147-A177-3AD203B41FA5}">
                      <a16:colId xmlns:a16="http://schemas.microsoft.com/office/drawing/2014/main" val="2787062543"/>
                    </a:ext>
                  </a:extLst>
                </a:gridCol>
                <a:gridCol w="1198054">
                  <a:extLst>
                    <a:ext uri="{9D8B030D-6E8A-4147-A177-3AD203B41FA5}">
                      <a16:colId xmlns:a16="http://schemas.microsoft.com/office/drawing/2014/main" val="4282697328"/>
                    </a:ext>
                  </a:extLst>
                </a:gridCol>
                <a:gridCol w="889465">
                  <a:extLst>
                    <a:ext uri="{9D8B030D-6E8A-4147-A177-3AD203B41FA5}">
                      <a16:colId xmlns:a16="http://schemas.microsoft.com/office/drawing/2014/main" val="3143259569"/>
                    </a:ext>
                  </a:extLst>
                </a:gridCol>
                <a:gridCol w="966612">
                  <a:extLst>
                    <a:ext uri="{9D8B030D-6E8A-4147-A177-3AD203B41FA5}">
                      <a16:colId xmlns:a16="http://schemas.microsoft.com/office/drawing/2014/main" val="3925695062"/>
                    </a:ext>
                  </a:extLst>
                </a:gridCol>
                <a:gridCol w="871311">
                  <a:extLst>
                    <a:ext uri="{9D8B030D-6E8A-4147-A177-3AD203B41FA5}">
                      <a16:colId xmlns:a16="http://schemas.microsoft.com/office/drawing/2014/main" val="4276701525"/>
                    </a:ext>
                  </a:extLst>
                </a:gridCol>
                <a:gridCol w="966612">
                  <a:extLst>
                    <a:ext uri="{9D8B030D-6E8A-4147-A177-3AD203B41FA5}">
                      <a16:colId xmlns:a16="http://schemas.microsoft.com/office/drawing/2014/main" val="152441539"/>
                    </a:ext>
                  </a:extLst>
                </a:gridCol>
              </a:tblGrid>
              <a:tr h="3764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 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Linkage Tank Tread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Spring Tank Tread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V-</a:t>
                      </a:r>
                      <a:r>
                        <a:rPr lang="en-CA" sz="1200" u="none" strike="noStrike" err="1">
                          <a:effectLst/>
                        </a:rPr>
                        <a:t>Splader</a:t>
                      </a:r>
                      <a:endParaRPr lang="en-CA" sz="1200" b="1" i="0" u="none" strike="noStrike" err="1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Spider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737400"/>
                  </a:ext>
                </a:extLst>
              </a:tr>
              <a:tr h="6488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Criteria​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Priority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Rating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Weighted Score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Rating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Weighted Score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Rating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Weighted Score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Rating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Weighted Score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7178755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Size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 (x11)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3664133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Mobility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 </a:t>
                      </a:r>
                      <a:r>
                        <a:rPr lang="en-CA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Georgia"/>
                        </a:rPr>
                        <a:t>(x9)</a:t>
                      </a:r>
                      <a:endParaRPr lang="en-CA" sz="1200" u="none" strike="noStrike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18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27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0838601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Waterproofing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 (x7)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28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7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5459192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Durability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 (x6)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0407348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Cost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5 (x5)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9431499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Speed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 (x4)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9694686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Manufacturability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7 (x3)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9061091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Mass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 (x2)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1006626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Precision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 (x1)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7154349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TOTAL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421595"/>
                  </a:ext>
                </a:extLst>
              </a:tr>
            </a:tbl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4065A5B-5B32-7C6B-A415-99155EFC7A2D}"/>
              </a:ext>
            </a:extLst>
          </p:cNvPr>
          <p:cNvCxnSpPr/>
          <p:nvPr/>
        </p:nvCxnSpPr>
        <p:spPr>
          <a:xfrm flipH="1">
            <a:off x="3395550" y="1935676"/>
            <a:ext cx="3167" cy="3870960"/>
          </a:xfrm>
          <a:prstGeom prst="straightConnector1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2445CA9-8D2C-A8A3-3A47-F984B7963A9D}"/>
              </a:ext>
            </a:extLst>
          </p:cNvPr>
          <p:cNvCxnSpPr>
            <a:cxnSpLocks/>
          </p:cNvCxnSpPr>
          <p:nvPr/>
        </p:nvCxnSpPr>
        <p:spPr>
          <a:xfrm flipH="1">
            <a:off x="5729447" y="1935676"/>
            <a:ext cx="3167" cy="3870960"/>
          </a:xfrm>
          <a:prstGeom prst="straightConnector1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87EA84-B66C-55CE-1A47-2F741D23A181}"/>
              </a:ext>
            </a:extLst>
          </p:cNvPr>
          <p:cNvCxnSpPr>
            <a:cxnSpLocks/>
          </p:cNvCxnSpPr>
          <p:nvPr/>
        </p:nvCxnSpPr>
        <p:spPr>
          <a:xfrm flipH="1">
            <a:off x="7775960" y="1935676"/>
            <a:ext cx="3167" cy="3870960"/>
          </a:xfrm>
          <a:prstGeom prst="straightConnector1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686F6-A630-69D2-AD8C-431C4095C46F}"/>
              </a:ext>
            </a:extLst>
          </p:cNvPr>
          <p:cNvCxnSpPr>
            <a:cxnSpLocks/>
          </p:cNvCxnSpPr>
          <p:nvPr/>
        </p:nvCxnSpPr>
        <p:spPr>
          <a:xfrm flipH="1">
            <a:off x="9639594" y="1935676"/>
            <a:ext cx="3167" cy="3870960"/>
          </a:xfrm>
          <a:prstGeom prst="straightConnector1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88FE57-E29E-F4B8-F961-1FEA971D928C}"/>
              </a:ext>
            </a:extLst>
          </p:cNvPr>
          <p:cNvCxnSpPr>
            <a:cxnSpLocks/>
          </p:cNvCxnSpPr>
          <p:nvPr/>
        </p:nvCxnSpPr>
        <p:spPr>
          <a:xfrm flipH="1">
            <a:off x="2559527" y="1935676"/>
            <a:ext cx="3167" cy="3870960"/>
          </a:xfrm>
          <a:prstGeom prst="straightConnector1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0F5514-7DB5-A847-2BDC-0C4137D1E28F}"/>
              </a:ext>
            </a:extLst>
          </p:cNvPr>
          <p:cNvCxnSpPr>
            <a:cxnSpLocks/>
          </p:cNvCxnSpPr>
          <p:nvPr/>
        </p:nvCxnSpPr>
        <p:spPr>
          <a:xfrm flipH="1" flipV="1">
            <a:off x="3399903" y="1935675"/>
            <a:ext cx="8076012" cy="8708"/>
          </a:xfrm>
          <a:prstGeom prst="straightConnector1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B490FA-6A38-8563-3BCD-BFB0C15DFD4B}"/>
              </a:ext>
            </a:extLst>
          </p:cNvPr>
          <p:cNvCxnSpPr>
            <a:cxnSpLocks/>
          </p:cNvCxnSpPr>
          <p:nvPr/>
        </p:nvCxnSpPr>
        <p:spPr>
          <a:xfrm flipH="1" flipV="1">
            <a:off x="704599" y="2562692"/>
            <a:ext cx="10766961" cy="13063"/>
          </a:xfrm>
          <a:prstGeom prst="straightConnector1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0" name="Picture 9" descr="A diagram of a wheel&#10;&#10;AI-generated content may be incorrect.">
            <a:extLst>
              <a:ext uri="{FF2B5EF4-FFF2-40B4-BE49-F238E27FC236}">
                <a16:creationId xmlns:a16="http://schemas.microsoft.com/office/drawing/2014/main" id="{CE2CAD07-AAD5-9B33-620D-4521D938CC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85" r="-93" b="-93"/>
          <a:stretch>
            <a:fillRect/>
          </a:stretch>
        </p:blipFill>
        <p:spPr>
          <a:xfrm>
            <a:off x="5879663" y="558414"/>
            <a:ext cx="6091406" cy="561897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4D56F6-8C28-6697-9AC5-EC52D22D59EC}"/>
              </a:ext>
            </a:extLst>
          </p:cNvPr>
          <p:cNvSpPr/>
          <p:nvPr/>
        </p:nvSpPr>
        <p:spPr>
          <a:xfrm>
            <a:off x="3402722" y="1572172"/>
            <a:ext cx="2321035" cy="4261069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2321035"/>
                      <a:gd name="connsiteY0" fmla="*/ 386847 h 4261069"/>
                      <a:gd name="connsiteX1" fmla="*/ 386847 w 2321035"/>
                      <a:gd name="connsiteY1" fmla="*/ 0 h 4261069"/>
                      <a:gd name="connsiteX2" fmla="*/ 1934188 w 2321035"/>
                      <a:gd name="connsiteY2" fmla="*/ 0 h 4261069"/>
                      <a:gd name="connsiteX3" fmla="*/ 2321035 w 2321035"/>
                      <a:gd name="connsiteY3" fmla="*/ 386847 h 4261069"/>
                      <a:gd name="connsiteX4" fmla="*/ 2321035 w 2321035"/>
                      <a:gd name="connsiteY4" fmla="*/ 3874222 h 4261069"/>
                      <a:gd name="connsiteX5" fmla="*/ 1934188 w 2321035"/>
                      <a:gd name="connsiteY5" fmla="*/ 4261069 h 4261069"/>
                      <a:gd name="connsiteX6" fmla="*/ 386847 w 2321035"/>
                      <a:gd name="connsiteY6" fmla="*/ 4261069 h 4261069"/>
                      <a:gd name="connsiteX7" fmla="*/ 0 w 2321035"/>
                      <a:gd name="connsiteY7" fmla="*/ 3874222 h 4261069"/>
                      <a:gd name="connsiteX8" fmla="*/ 0 w 2321035"/>
                      <a:gd name="connsiteY8" fmla="*/ 386847 h 4261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321035" h="4261069" extrusionOk="0">
                        <a:moveTo>
                          <a:pt x="0" y="386847"/>
                        </a:moveTo>
                        <a:cubicBezTo>
                          <a:pt x="-6223" y="153664"/>
                          <a:pt x="151734" y="1848"/>
                          <a:pt x="386847" y="0"/>
                        </a:cubicBezTo>
                        <a:cubicBezTo>
                          <a:pt x="859503" y="93638"/>
                          <a:pt x="1428222" y="-101842"/>
                          <a:pt x="1934188" y="0"/>
                        </a:cubicBezTo>
                        <a:cubicBezTo>
                          <a:pt x="2153174" y="9020"/>
                          <a:pt x="2334708" y="176882"/>
                          <a:pt x="2321035" y="386847"/>
                        </a:cubicBezTo>
                        <a:cubicBezTo>
                          <a:pt x="2465965" y="1832274"/>
                          <a:pt x="2339294" y="2644416"/>
                          <a:pt x="2321035" y="3874222"/>
                        </a:cubicBezTo>
                        <a:cubicBezTo>
                          <a:pt x="2298278" y="4058623"/>
                          <a:pt x="2120978" y="4237011"/>
                          <a:pt x="1934188" y="4261069"/>
                        </a:cubicBezTo>
                        <a:cubicBezTo>
                          <a:pt x="1285273" y="4210682"/>
                          <a:pt x="1053644" y="4230582"/>
                          <a:pt x="386847" y="4261069"/>
                        </a:cubicBezTo>
                        <a:cubicBezTo>
                          <a:pt x="144370" y="4273043"/>
                          <a:pt x="2001" y="4083881"/>
                          <a:pt x="0" y="3874222"/>
                        </a:cubicBezTo>
                        <a:cubicBezTo>
                          <a:pt x="-92943" y="2705921"/>
                          <a:pt x="-168235" y="2034125"/>
                          <a:pt x="0" y="38684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44F4BE-4061-16EC-0101-CF3F2D99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65B10B-25DB-B0C3-C2A4-CCEE12CD1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7696" y="685060"/>
            <a:ext cx="1420859" cy="286052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BBD9D7E-B096-9671-7C3D-04F38CCE9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8224" y="685060"/>
            <a:ext cx="1420859" cy="28605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C68A29D-A576-E4E5-DE42-2AC85922CF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08752" y="685060"/>
            <a:ext cx="1420859" cy="286052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6DE1611A-3372-3F4F-B37E-36F73B3BB37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PAGE  </a:t>
            </a:r>
            <a:fld id="{93005692-73BE-493E-93AB-ECD6027A7652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BA873-954A-4A5B-0FAA-016EDA46238C}"/>
              </a:ext>
            </a:extLst>
          </p:cNvPr>
          <p:cNvSpPr txBox="1"/>
          <p:nvPr/>
        </p:nvSpPr>
        <p:spPr>
          <a:xfrm>
            <a:off x="259883" y="434108"/>
            <a:ext cx="7046081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cap="all" spc="50" baseline="0">
                <a:latin typeface="+mj-lt"/>
                <a:ea typeface="+mj-ea"/>
                <a:cs typeface="+mj-cs"/>
              </a:rPr>
              <a:t>Design Matrix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2F46FD-F844-2102-3806-933B26910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498116"/>
              </p:ext>
            </p:extLst>
          </p:nvPr>
        </p:nvGraphicFramePr>
        <p:xfrm>
          <a:off x="713833" y="1552745"/>
          <a:ext cx="10764334" cy="4269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1538">
                  <a:extLst>
                    <a:ext uri="{9D8B030D-6E8A-4147-A177-3AD203B41FA5}">
                      <a16:colId xmlns:a16="http://schemas.microsoft.com/office/drawing/2014/main" val="2153430781"/>
                    </a:ext>
                  </a:extLst>
                </a:gridCol>
                <a:gridCol w="835008">
                  <a:extLst>
                    <a:ext uri="{9D8B030D-6E8A-4147-A177-3AD203B41FA5}">
                      <a16:colId xmlns:a16="http://schemas.microsoft.com/office/drawing/2014/main" val="3354969037"/>
                    </a:ext>
                  </a:extLst>
                </a:gridCol>
                <a:gridCol w="980227">
                  <a:extLst>
                    <a:ext uri="{9D8B030D-6E8A-4147-A177-3AD203B41FA5}">
                      <a16:colId xmlns:a16="http://schemas.microsoft.com/office/drawing/2014/main" val="4162963692"/>
                    </a:ext>
                  </a:extLst>
                </a:gridCol>
                <a:gridCol w="1347810">
                  <a:extLst>
                    <a:ext uri="{9D8B030D-6E8A-4147-A177-3AD203B41FA5}">
                      <a16:colId xmlns:a16="http://schemas.microsoft.com/office/drawing/2014/main" val="786659233"/>
                    </a:ext>
                  </a:extLst>
                </a:gridCol>
                <a:gridCol w="857697">
                  <a:extLst>
                    <a:ext uri="{9D8B030D-6E8A-4147-A177-3AD203B41FA5}">
                      <a16:colId xmlns:a16="http://schemas.microsoft.com/office/drawing/2014/main" val="2787062543"/>
                    </a:ext>
                  </a:extLst>
                </a:gridCol>
                <a:gridCol w="1198054">
                  <a:extLst>
                    <a:ext uri="{9D8B030D-6E8A-4147-A177-3AD203B41FA5}">
                      <a16:colId xmlns:a16="http://schemas.microsoft.com/office/drawing/2014/main" val="4282697328"/>
                    </a:ext>
                  </a:extLst>
                </a:gridCol>
                <a:gridCol w="889465">
                  <a:extLst>
                    <a:ext uri="{9D8B030D-6E8A-4147-A177-3AD203B41FA5}">
                      <a16:colId xmlns:a16="http://schemas.microsoft.com/office/drawing/2014/main" val="3143259569"/>
                    </a:ext>
                  </a:extLst>
                </a:gridCol>
                <a:gridCol w="966612">
                  <a:extLst>
                    <a:ext uri="{9D8B030D-6E8A-4147-A177-3AD203B41FA5}">
                      <a16:colId xmlns:a16="http://schemas.microsoft.com/office/drawing/2014/main" val="3925695062"/>
                    </a:ext>
                  </a:extLst>
                </a:gridCol>
                <a:gridCol w="871311">
                  <a:extLst>
                    <a:ext uri="{9D8B030D-6E8A-4147-A177-3AD203B41FA5}">
                      <a16:colId xmlns:a16="http://schemas.microsoft.com/office/drawing/2014/main" val="4276701525"/>
                    </a:ext>
                  </a:extLst>
                </a:gridCol>
                <a:gridCol w="966612">
                  <a:extLst>
                    <a:ext uri="{9D8B030D-6E8A-4147-A177-3AD203B41FA5}">
                      <a16:colId xmlns:a16="http://schemas.microsoft.com/office/drawing/2014/main" val="152441539"/>
                    </a:ext>
                  </a:extLst>
                </a:gridCol>
              </a:tblGrid>
              <a:tr h="3764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 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Linkage Tank Tread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Spring Tank Tread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V-</a:t>
                      </a:r>
                      <a:r>
                        <a:rPr lang="en-CA" sz="1200" u="none" strike="noStrike" err="1">
                          <a:effectLst/>
                        </a:rPr>
                        <a:t>Splader</a:t>
                      </a:r>
                      <a:endParaRPr lang="en-CA" sz="1200" b="1" i="0" u="none" strike="noStrike" err="1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Spider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737400"/>
                  </a:ext>
                </a:extLst>
              </a:tr>
              <a:tr h="6488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Criteria​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Priority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Rating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Weighted Score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Rating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Weighted Score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Rating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Weighted Score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Rating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Weighted Score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7178755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Size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20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3664133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Manufacturability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20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0838601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Mobility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5459192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Cost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0407348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Waterproofing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9431499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Mass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9694686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Speed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9061091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Durability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1006626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Precision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7154349"/>
                  </a:ext>
                </a:extLst>
              </a:tr>
              <a:tr h="3244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TOTAL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79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77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421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52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5F10-E35C-A0A1-DA9A-9047D5FD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9FFE-0DEB-996A-A5CB-94E5763A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PATENT RESERACH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58D2-D988-2A9E-A796-C78DD05C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2672E6-89DA-F724-FBE4-7AB0B464225A}"/>
              </a:ext>
            </a:extLst>
          </p:cNvPr>
          <p:cNvSpPr/>
          <p:nvPr/>
        </p:nvSpPr>
        <p:spPr>
          <a:xfrm>
            <a:off x="832619" y="1567117"/>
            <a:ext cx="3260031" cy="4432240"/>
          </a:xfrm>
          <a:prstGeom prst="roundRect">
            <a:avLst>
              <a:gd name="adj" fmla="val 3411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70DBC63-969F-B4D4-7955-790397A17640}"/>
              </a:ext>
            </a:extLst>
          </p:cNvPr>
          <p:cNvSpPr/>
          <p:nvPr/>
        </p:nvSpPr>
        <p:spPr>
          <a:xfrm>
            <a:off x="4454834" y="1567117"/>
            <a:ext cx="3260031" cy="4432240"/>
          </a:xfrm>
          <a:prstGeom prst="roundRect">
            <a:avLst>
              <a:gd name="adj" fmla="val 3411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FBFC03C-1982-D62A-B172-56B844A0C405}"/>
              </a:ext>
            </a:extLst>
          </p:cNvPr>
          <p:cNvSpPr/>
          <p:nvPr/>
        </p:nvSpPr>
        <p:spPr>
          <a:xfrm>
            <a:off x="8071704" y="1567117"/>
            <a:ext cx="3260031" cy="4432240"/>
          </a:xfrm>
          <a:prstGeom prst="roundRect">
            <a:avLst>
              <a:gd name="adj" fmla="val 3411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28647-1DC2-E8E4-AB4B-F95397A851BA}"/>
              </a:ext>
            </a:extLst>
          </p:cNvPr>
          <p:cNvSpPr txBox="1"/>
          <p:nvPr/>
        </p:nvSpPr>
        <p:spPr>
          <a:xfrm>
            <a:off x="1565504" y="1318884"/>
            <a:ext cx="17942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ptos" panose="020B0004020202020204" pitchFamily="34" charset="0"/>
              </a:rPr>
              <a:t>Jetty Robot 6</a:t>
            </a:r>
            <a:endParaRPr lang="en-CA">
              <a:latin typeface="Aptos" panose="020B0004020202020204" pitchFamily="34" charset="0"/>
            </a:endParaRPr>
          </a:p>
          <a:p>
            <a:pPr algn="ctr"/>
            <a:r>
              <a:rPr lang="en-CA">
                <a:latin typeface="Aptos" panose="020B0004020202020204" pitchFamily="34" charset="0"/>
              </a:rPr>
              <a:t>[US9101967B2]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B6B131-0C9E-B17B-9B05-E77FC3D8EAB4}"/>
              </a:ext>
            </a:extLst>
          </p:cNvPr>
          <p:cNvSpPr txBox="1"/>
          <p:nvPr/>
        </p:nvSpPr>
        <p:spPr>
          <a:xfrm>
            <a:off x="4718989" y="1286824"/>
            <a:ext cx="275943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Modular Robotic Crawler</a:t>
            </a:r>
          </a:p>
          <a:p>
            <a:pPr algn="ctr"/>
            <a:r>
              <a:rPr lang="en-CA">
                <a:latin typeface="Aptos" panose="020B0004020202020204" pitchFamily="34" charset="0"/>
              </a:rPr>
              <a:t>[</a:t>
            </a:r>
            <a:r>
              <a:rPr lang="en-CA"/>
              <a:t>US11781698B2</a:t>
            </a:r>
            <a:r>
              <a:rPr lang="en-US">
                <a:latin typeface="Aptos" panose="020B0004020202020204" pitchFamily="34" charset="0"/>
              </a:rPr>
              <a:t>]</a:t>
            </a:r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D3116D-FA13-B3D1-F234-7EFCD7B7AB5D}"/>
              </a:ext>
            </a:extLst>
          </p:cNvPr>
          <p:cNvSpPr txBox="1"/>
          <p:nvPr/>
        </p:nvSpPr>
        <p:spPr>
          <a:xfrm>
            <a:off x="8680493" y="1104177"/>
            <a:ext cx="204245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Adaptable Pipe Cleaning Robot</a:t>
            </a:r>
          </a:p>
          <a:p>
            <a:pPr algn="ctr"/>
            <a:r>
              <a:rPr lang="en-CA">
                <a:latin typeface="Aptos" panose="020B0004020202020204" pitchFamily="34" charset="0"/>
              </a:rPr>
              <a:t>[</a:t>
            </a:r>
            <a:r>
              <a:rPr lang="en-CA"/>
              <a:t>CN107649470B</a:t>
            </a:r>
            <a:r>
              <a:rPr lang="en-US">
                <a:latin typeface="Aptos" panose="020B0004020202020204" pitchFamily="34" charset="0"/>
              </a:rPr>
              <a:t>]</a:t>
            </a:r>
            <a:endParaRPr lang="en-C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568E6F6-8B65-C58F-81B9-F9165E05A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251" y="2096707"/>
            <a:ext cx="3034917" cy="24187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86EBC3A-1A71-AED6-CD54-79B733E0F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917" y="1890316"/>
            <a:ext cx="2983433" cy="28314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F7AF268-B118-C818-9381-0DCF8307B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5649" y="2027507"/>
            <a:ext cx="3043132" cy="25571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D8FA7F3-7A07-0D28-5948-5BB4D26125DC}"/>
              </a:ext>
            </a:extLst>
          </p:cNvPr>
          <p:cNvSpPr txBox="1"/>
          <p:nvPr/>
        </p:nvSpPr>
        <p:spPr>
          <a:xfrm>
            <a:off x="970917" y="4721815"/>
            <a:ext cx="29834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Self-centering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Constant-force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Operator-guided bend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Auto-reverse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Unique radial drive system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6B98C-F844-16FE-C93E-F0DA20C6FEE8}"/>
              </a:ext>
            </a:extLst>
          </p:cNvPr>
          <p:cNvSpPr txBox="1"/>
          <p:nvPr/>
        </p:nvSpPr>
        <p:spPr>
          <a:xfrm>
            <a:off x="4541879" y="4829536"/>
            <a:ext cx="29834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Hybrid extension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Multi-segment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Designed for small diameter pipes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E13A1A-3675-6001-B68B-40399F7F89BB}"/>
              </a:ext>
            </a:extLst>
          </p:cNvPr>
          <p:cNvSpPr txBox="1"/>
          <p:nvPr/>
        </p:nvSpPr>
        <p:spPr>
          <a:xfrm>
            <a:off x="8308141" y="4829536"/>
            <a:ext cx="2983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Synchronized radial actuation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Modularity/Hot-swap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Sensor feedback loop</a:t>
            </a:r>
          </a:p>
        </p:txBody>
      </p:sp>
    </p:spTree>
    <p:extLst>
      <p:ext uri="{BB962C8B-B14F-4D97-AF65-F5344CB8AC3E}">
        <p14:creationId xmlns:p14="http://schemas.microsoft.com/office/powerpoint/2010/main" val="3843564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F9E7-FB03-D527-A629-699231F0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26A8-BEEA-4E93-09B1-BB478328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PROJECT TIMELINE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9B9A0-E789-E981-9110-EF50CA51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07E1CD-F6EB-5FA1-91B3-0292889E1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985" y="1107123"/>
            <a:ext cx="8624683" cy="507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20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24,100+ Cartoon Question Marks Stock Photos, Pictures &amp; Royalty-Free Images  - iStock">
            <a:extLst>
              <a:ext uri="{FF2B5EF4-FFF2-40B4-BE49-F238E27FC236}">
                <a16:creationId xmlns:a16="http://schemas.microsoft.com/office/drawing/2014/main" id="{52BF364B-C835-6154-94B6-82D5360CB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90" r="2914" b="2219"/>
          <a:stretch/>
        </p:blipFill>
        <p:spPr bwMode="auto">
          <a:xfrm>
            <a:off x="4194078" y="1335872"/>
            <a:ext cx="3803183" cy="455242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/>
          <p:cNvSpPr>
            <a:spLocks noGrp="1"/>
          </p:cNvSpPr>
          <p:nvPr>
            <p:ph type="sldNum" sz="quarter" idx="18"/>
          </p:nvPr>
        </p:nvSpPr>
        <p:spPr>
          <a:xfrm>
            <a:off x="5588000" y="6335309"/>
            <a:ext cx="1016000" cy="2503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 </a:t>
            </a:r>
            <a:fld id="{93005692-73BE-493E-93AB-ECD6027A7652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F2AB39-02E1-152D-7A33-B192B9E5BF83}"/>
              </a:ext>
            </a:extLst>
          </p:cNvPr>
          <p:cNvSpPr txBox="1">
            <a:spLocks/>
          </p:cNvSpPr>
          <p:nvPr/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95099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6C92BA-2C15-4648-8094-8AE24EF764A2}">
  <ds:schemaRefs>
    <ds:schemaRef ds:uri="5d8f0207-1964-4a5e-9049-2927796093eb"/>
    <ds:schemaRef ds:uri="9bed8fe0-fd4c-4f92-9936-a2497f3396f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796CB3A-B122-4517-855C-0F4A88E980E9}">
  <ds:schemaRefs>
    <ds:schemaRef ds:uri="5d8f0207-1964-4a5e-9049-2927796093eb"/>
    <ds:schemaRef ds:uri="9bed8fe0-fd4c-4f92-9936-a2497f3396f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UofWaterloo_WhiteBkgrd</Template>
  <Application>Microsoft Office PowerPoint</Application>
  <PresentationFormat>Widescreen</PresentationFormat>
  <Slides>15</Slides>
  <Notes>14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UofWaterloo_WhiteBkgrd</vt:lpstr>
      <vt:lpstr>Preliminary Design Presentation</vt:lpstr>
      <vt:lpstr>NEEDS ANALYSIS</vt:lpstr>
      <vt:lpstr>DESIGN SPECS: Objectives</vt:lpstr>
      <vt:lpstr>DESIGN SPECS: Constraints</vt:lpstr>
      <vt:lpstr>DESIGN SPECS: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PATENT RESERACH</vt:lpstr>
      <vt:lpstr>PROJECT TIMELINE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Wu</dc:creator>
  <cp:revision>1</cp:revision>
  <dcterms:created xsi:type="dcterms:W3CDTF">2024-09-19T23:14:57Z</dcterms:created>
  <dcterms:modified xsi:type="dcterms:W3CDTF">2025-10-22T01:04:11Z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